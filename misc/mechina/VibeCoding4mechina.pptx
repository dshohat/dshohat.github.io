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60" r:id="rId4"/>
  </p:sldMasterIdLst>
  <p:notesMasterIdLst>
    <p:notesMasterId r:id="rId18"/>
  </p:notesMasterIdLst>
  <p:sldIdLst>
    <p:sldId id="2561" r:id="rId5"/>
    <p:sldId id="2562" r:id="rId6"/>
    <p:sldId id="2563" r:id="rId7"/>
    <p:sldId id="2564" r:id="rId8"/>
    <p:sldId id="2565" r:id="rId9"/>
    <p:sldId id="2566" r:id="rId10"/>
    <p:sldId id="2567" r:id="rId11"/>
    <p:sldId id="2568" r:id="rId12"/>
    <p:sldId id="2569" r:id="rId13"/>
    <p:sldId id="2570" r:id="rId14"/>
    <p:sldId id="2571" r:id="rId15"/>
    <p:sldId id="2572" r:id="rId16"/>
    <p:sldId id="2573" r:id="rId17"/>
  </p:sldIdLst>
  <p:sldSz cx="12192000" cy="6858000"/>
  <p:notesSz cx="6858000" cy="9144000"/>
  <p:defaultTextStyle>
    <a:defPPr algn="r" rtl="1">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Vibe Coding – גרסה צעירה וחצופה" id="{53BCDAED-ACF9-4125-813B-A0B6C1F6A807}">
          <p14:sldIdLst>
            <p14:sldId id="2561"/>
          </p14:sldIdLst>
        </p14:section>
        <p14:section name="שבירת מיתוסים על AI" id="{C522E137-3180-41DC-BADF-0EE4F5808ABE}">
          <p14:sldIdLst>
            <p14:sldId id="2562"/>
            <p14:sldId id="2563"/>
            <p14:sldId id="2564"/>
          </p14:sldIdLst>
        </p14:section>
        <p14:section name="מהפכת ה‑Vibe Coding" id="{87E89EA0-050D-417A-9A9F-AAAA56E56B00}">
          <p14:sldIdLst>
            <p14:sldId id="2565"/>
            <p14:sldId id="2566"/>
            <p14:sldId id="2567"/>
          </p14:sldIdLst>
        </p14:section>
        <p14:section name="יצירה משותפת ודינמית" id="{C29BB276-F986-450C-A5E6-2852D96849AC}">
          <p14:sldIdLst>
            <p14:sldId id="2568"/>
            <p14:sldId id="2569"/>
          </p14:sldIdLst>
        </p14:section>
        <p14:section name="AI, זהות ואחריות" id="{AE938FF8-3517-4AB3-AFB8-4207778102E5}">
          <p14:sldIdLst>
            <p14:sldId id="2570"/>
            <p14:sldId id="2571"/>
          </p14:sldIdLst>
        </p14:section>
        <p14:section name="סיום והסתכלות קדימה" id="{F49BDEE3-D407-4030-83C3-72C442DECF68}">
          <p14:sldIdLst>
            <p14:sldId id="2572"/>
            <p14:sldId id="25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631B33-F590-42FA-AC36-B4954874285A}" v="129" dt="2026-02-17T13:57:00.8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4948" autoAdjust="0"/>
    <p:restoredTop sz="72875" autoAdjust="0"/>
  </p:normalViewPr>
  <p:slideViewPr>
    <p:cSldViewPr>
      <p:cViewPr varScale="1">
        <p:scale>
          <a:sx n="54" d="100"/>
          <a:sy n="54" d="100"/>
        </p:scale>
        <p:origin x="51" y="2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ohat, Drory" userId="9079ea5b-fd3e-43a9-a054-19d96eaa6c73" providerId="ADAL" clId="{D3135692-D336-430B-BBAF-3E56BF7BA26A}"/>
    <pc:docChg chg="undo custSel addSld delSld modSld modSection">
      <pc:chgData name="Shohat, Drory" userId="9079ea5b-fd3e-43a9-a054-19d96eaa6c73" providerId="ADAL" clId="{D3135692-D336-430B-BBAF-3E56BF7BA26A}" dt="2026-02-17T13:57:00.818" v="258" actId="20577"/>
      <pc:docMkLst>
        <pc:docMk/>
      </pc:docMkLst>
      <pc:sldChg chg="addSp delSp modSp mod delAnim">
        <pc:chgData name="Shohat, Drory" userId="9079ea5b-fd3e-43a9-a054-19d96eaa6c73" providerId="ADAL" clId="{D3135692-D336-430B-BBAF-3E56BF7BA26A}" dt="2026-02-17T11:25:48.831" v="163" actId="1035"/>
        <pc:sldMkLst>
          <pc:docMk/>
          <pc:sldMk cId="1433567547" sldId="2561"/>
        </pc:sldMkLst>
        <pc:spChg chg="del">
          <ac:chgData name="Shohat, Drory" userId="9079ea5b-fd3e-43a9-a054-19d96eaa6c73" providerId="ADAL" clId="{D3135692-D336-430B-BBAF-3E56BF7BA26A}" dt="2026-02-17T11:19:26.654" v="73" actId="478"/>
          <ac:spMkLst>
            <pc:docMk/>
            <pc:sldMk cId="1433567547" sldId="2561"/>
            <ac:spMk id="2" creationId="{6CD70291-3343-4462-9991-0A594ECB01BA}"/>
          </ac:spMkLst>
        </pc:spChg>
        <pc:spChg chg="del mod">
          <ac:chgData name="Shohat, Drory" userId="9079ea5b-fd3e-43a9-a054-19d96eaa6c73" providerId="ADAL" clId="{D3135692-D336-430B-BBAF-3E56BF7BA26A}" dt="2026-02-17T11:21:34.143" v="97" actId="478"/>
          <ac:spMkLst>
            <pc:docMk/>
            <pc:sldMk cId="1433567547" sldId="2561"/>
            <ac:spMk id="3" creationId="{2B84F4DC-9980-B8E0-AEC3-8A43BB05F276}"/>
          </ac:spMkLst>
        </pc:spChg>
        <pc:spChg chg="del">
          <ac:chgData name="Shohat, Drory" userId="9079ea5b-fd3e-43a9-a054-19d96eaa6c73" providerId="ADAL" clId="{D3135692-D336-430B-BBAF-3E56BF7BA26A}" dt="2026-02-17T11:19:32.095" v="75" actId="478"/>
          <ac:spMkLst>
            <pc:docMk/>
            <pc:sldMk cId="1433567547" sldId="2561"/>
            <ac:spMk id="4" creationId="{774FAFAE-D90E-EEB5-55F0-608D2EBC93E8}"/>
          </ac:spMkLst>
        </pc:spChg>
        <pc:spChg chg="add del mod">
          <ac:chgData name="Shohat, Drory" userId="9079ea5b-fd3e-43a9-a054-19d96eaa6c73" providerId="ADAL" clId="{D3135692-D336-430B-BBAF-3E56BF7BA26A}" dt="2026-02-17T11:19:29.366" v="74" actId="478"/>
          <ac:spMkLst>
            <pc:docMk/>
            <pc:sldMk cId="1433567547" sldId="2561"/>
            <ac:spMk id="9" creationId="{03D2D688-2D4B-D36D-8F53-63F3C15C2727}"/>
          </ac:spMkLst>
        </pc:spChg>
        <pc:spChg chg="add mod">
          <ac:chgData name="Shohat, Drory" userId="9079ea5b-fd3e-43a9-a054-19d96eaa6c73" providerId="ADAL" clId="{D3135692-D336-430B-BBAF-3E56BF7BA26A}" dt="2026-02-17T11:25:33.863" v="159" actId="1076"/>
          <ac:spMkLst>
            <pc:docMk/>
            <pc:sldMk cId="1433567547" sldId="2561"/>
            <ac:spMk id="10" creationId="{2666C520-FAB4-5933-C0EA-BBB5FB05248A}"/>
          </ac:spMkLst>
        </pc:spChg>
        <pc:spChg chg="add mod">
          <ac:chgData name="Shohat, Drory" userId="9079ea5b-fd3e-43a9-a054-19d96eaa6c73" providerId="ADAL" clId="{D3135692-D336-430B-BBAF-3E56BF7BA26A}" dt="2026-02-17T11:23:43.158" v="142" actId="571"/>
          <ac:spMkLst>
            <pc:docMk/>
            <pc:sldMk cId="1433567547" sldId="2561"/>
            <ac:spMk id="12" creationId="{3981D685-685A-3D9D-CB45-501ECC08267D}"/>
          </ac:spMkLst>
        </pc:spChg>
        <pc:spChg chg="add mod">
          <ac:chgData name="Shohat, Drory" userId="9079ea5b-fd3e-43a9-a054-19d96eaa6c73" providerId="ADAL" clId="{D3135692-D336-430B-BBAF-3E56BF7BA26A}" dt="2026-02-17T11:25:41.813" v="160" actId="1076"/>
          <ac:spMkLst>
            <pc:docMk/>
            <pc:sldMk cId="1433567547" sldId="2561"/>
            <ac:spMk id="13" creationId="{3D695D36-D298-0B59-392B-0E2D04274027}"/>
          </ac:spMkLst>
        </pc:spChg>
        <pc:picChg chg="mod modCrop">
          <ac:chgData name="Shohat, Drory" userId="9079ea5b-fd3e-43a9-a054-19d96eaa6c73" providerId="ADAL" clId="{D3135692-D336-430B-BBAF-3E56BF7BA26A}" dt="2026-02-17T11:25:48.831" v="163" actId="1035"/>
          <ac:picMkLst>
            <pc:docMk/>
            <pc:sldMk cId="1433567547" sldId="2561"/>
            <ac:picMk id="7" creationId="{102AE8BC-DE2B-4351-A6CB-A0B58CA32069}"/>
          </ac:picMkLst>
        </pc:picChg>
        <pc:picChg chg="add mod">
          <ac:chgData name="Shohat, Drory" userId="9079ea5b-fd3e-43a9-a054-19d96eaa6c73" providerId="ADAL" clId="{D3135692-D336-430B-BBAF-3E56BF7BA26A}" dt="2026-02-17T11:23:43.158" v="142" actId="571"/>
          <ac:picMkLst>
            <pc:docMk/>
            <pc:sldMk cId="1433567547" sldId="2561"/>
            <ac:picMk id="11" creationId="{B8A2E740-CD40-038B-9919-D6F9A31E9C9F}"/>
          </ac:picMkLst>
        </pc:picChg>
      </pc:sldChg>
      <pc:sldChg chg="delSp mod">
        <pc:chgData name="Shohat, Drory" userId="9079ea5b-fd3e-43a9-a054-19d96eaa6c73" providerId="ADAL" clId="{D3135692-D336-430B-BBAF-3E56BF7BA26A}" dt="2026-02-17T11:27:56.543" v="184" actId="478"/>
        <pc:sldMkLst>
          <pc:docMk/>
          <pc:sldMk cId="492936338" sldId="2562"/>
        </pc:sldMkLst>
        <pc:spChg chg="del">
          <ac:chgData name="Shohat, Drory" userId="9079ea5b-fd3e-43a9-a054-19d96eaa6c73" providerId="ADAL" clId="{D3135692-D336-430B-BBAF-3E56BF7BA26A}" dt="2026-02-17T11:27:56.543" v="184" actId="478"/>
          <ac:spMkLst>
            <pc:docMk/>
            <pc:sldMk cId="492936338" sldId="2562"/>
            <ac:spMk id="4" creationId="{6D3B04B1-B84B-5D71-23C0-BABF4D6BD49C}"/>
          </ac:spMkLst>
        </pc:spChg>
      </pc:sldChg>
      <pc:sldChg chg="delSp modSp mod modAnim modNotesTx">
        <pc:chgData name="Shohat, Drory" userId="9079ea5b-fd3e-43a9-a054-19d96eaa6c73" providerId="ADAL" clId="{D3135692-D336-430B-BBAF-3E56BF7BA26A}" dt="2026-02-17T12:03:04.052" v="192" actId="478"/>
        <pc:sldMkLst>
          <pc:docMk/>
          <pc:sldMk cId="3127173604" sldId="2563"/>
        </pc:sldMkLst>
        <pc:spChg chg="mod">
          <ac:chgData name="Shohat, Drory" userId="9079ea5b-fd3e-43a9-a054-19d96eaa6c73" providerId="ADAL" clId="{D3135692-D336-430B-BBAF-3E56BF7BA26A}" dt="2026-02-17T10:54:51.241" v="13" actId="20577"/>
          <ac:spMkLst>
            <pc:docMk/>
            <pc:sldMk cId="3127173604" sldId="2563"/>
            <ac:spMk id="4" creationId="{22959405-F96B-313C-7538-5233D001DE2E}"/>
          </ac:spMkLst>
        </pc:spChg>
        <pc:spChg chg="del">
          <ac:chgData name="Shohat, Drory" userId="9079ea5b-fd3e-43a9-a054-19d96eaa6c73" providerId="ADAL" clId="{D3135692-D336-430B-BBAF-3E56BF7BA26A}" dt="2026-02-17T12:03:04.052" v="192" actId="478"/>
          <ac:spMkLst>
            <pc:docMk/>
            <pc:sldMk cId="3127173604" sldId="2563"/>
            <ac:spMk id="5" creationId="{6C53A2B6-BECC-9372-9D03-4CA73C2A2FA1}"/>
          </ac:spMkLst>
        </pc:spChg>
      </pc:sldChg>
      <pc:sldChg chg="delSp modSp mod">
        <pc:chgData name="Shohat, Drory" userId="9079ea5b-fd3e-43a9-a054-19d96eaa6c73" providerId="ADAL" clId="{D3135692-D336-430B-BBAF-3E56BF7BA26A}" dt="2026-02-17T11:27:49.261" v="183" actId="478"/>
        <pc:sldMkLst>
          <pc:docMk/>
          <pc:sldMk cId="197356889" sldId="2564"/>
        </pc:sldMkLst>
        <pc:spChg chg="mod">
          <ac:chgData name="Shohat, Drory" userId="9079ea5b-fd3e-43a9-a054-19d96eaa6c73" providerId="ADAL" clId="{D3135692-D336-430B-BBAF-3E56BF7BA26A}" dt="2026-02-17T10:55:34.257" v="14" actId="255"/>
          <ac:spMkLst>
            <pc:docMk/>
            <pc:sldMk cId="197356889" sldId="2564"/>
            <ac:spMk id="4" creationId="{7943A5DF-D096-EA66-5000-45FFAE7C6C68}"/>
          </ac:spMkLst>
        </pc:spChg>
        <pc:spChg chg="del">
          <ac:chgData name="Shohat, Drory" userId="9079ea5b-fd3e-43a9-a054-19d96eaa6c73" providerId="ADAL" clId="{D3135692-D336-430B-BBAF-3E56BF7BA26A}" dt="2026-02-17T11:27:49.261" v="183" actId="478"/>
          <ac:spMkLst>
            <pc:docMk/>
            <pc:sldMk cId="197356889" sldId="2564"/>
            <ac:spMk id="5" creationId="{16A5A6FB-2BFC-E284-77C6-EBF25A9CC683}"/>
          </ac:spMkLst>
        </pc:spChg>
      </pc:sldChg>
      <pc:sldChg chg="delSp modSp add del mod">
        <pc:chgData name="Shohat, Drory" userId="9079ea5b-fd3e-43a9-a054-19d96eaa6c73" providerId="ADAL" clId="{D3135692-D336-430B-BBAF-3E56BF7BA26A}" dt="2026-02-17T12:28:07.735" v="194" actId="47"/>
        <pc:sldMkLst>
          <pc:docMk/>
          <pc:sldMk cId="1028602137" sldId="2565"/>
        </pc:sldMkLst>
        <pc:spChg chg="mod">
          <ac:chgData name="Shohat, Drory" userId="9079ea5b-fd3e-43a9-a054-19d96eaa6c73" providerId="ADAL" clId="{D3135692-D336-430B-BBAF-3E56BF7BA26A}" dt="2026-02-17T10:56:47.429" v="17" actId="20577"/>
          <ac:spMkLst>
            <pc:docMk/>
            <pc:sldMk cId="1028602137" sldId="2565"/>
            <ac:spMk id="2" creationId="{996EF089-E816-8D5E-E9E7-BBEB9568F533}"/>
          </ac:spMkLst>
        </pc:spChg>
        <pc:spChg chg="del">
          <ac:chgData name="Shohat, Drory" userId="9079ea5b-fd3e-43a9-a054-19d96eaa6c73" providerId="ADAL" clId="{D3135692-D336-430B-BBAF-3E56BF7BA26A}" dt="2026-02-17T11:27:40.188" v="182" actId="478"/>
          <ac:spMkLst>
            <pc:docMk/>
            <pc:sldMk cId="1028602137" sldId="2565"/>
            <ac:spMk id="4" creationId="{0F24FF5D-3BBD-F373-B721-44FAAA6E21E5}"/>
          </ac:spMkLst>
        </pc:spChg>
      </pc:sldChg>
      <pc:sldChg chg="addSp delSp modSp mod delAnim modAnim">
        <pc:chgData name="Shohat, Drory" userId="9079ea5b-fd3e-43a9-a054-19d96eaa6c73" providerId="ADAL" clId="{D3135692-D336-430B-BBAF-3E56BF7BA26A}" dt="2026-02-17T11:18:34.988" v="68" actId="20577"/>
        <pc:sldMkLst>
          <pc:docMk/>
          <pc:sldMk cId="2106213525" sldId="2566"/>
        </pc:sldMkLst>
        <pc:spChg chg="del mod">
          <ac:chgData name="Shohat, Drory" userId="9079ea5b-fd3e-43a9-a054-19d96eaa6c73" providerId="ADAL" clId="{D3135692-D336-430B-BBAF-3E56BF7BA26A}" dt="2026-02-17T11:16:42.424" v="52" actId="21"/>
          <ac:spMkLst>
            <pc:docMk/>
            <pc:sldMk cId="2106213525" sldId="2566"/>
            <ac:spMk id="2" creationId="{3068C425-4A9E-01E9-9430-A2168E4C2789}"/>
          </ac:spMkLst>
        </pc:spChg>
        <pc:spChg chg="del mod">
          <ac:chgData name="Shohat, Drory" userId="9079ea5b-fd3e-43a9-a054-19d96eaa6c73" providerId="ADAL" clId="{D3135692-D336-430B-BBAF-3E56BF7BA26A}" dt="2026-02-17T10:58:30.217" v="25" actId="21"/>
          <ac:spMkLst>
            <pc:docMk/>
            <pc:sldMk cId="2106213525" sldId="2566"/>
            <ac:spMk id="4" creationId="{A2CC845E-917C-FF5A-5A6D-88A9E87613D6}"/>
          </ac:spMkLst>
        </pc:spChg>
        <pc:spChg chg="del">
          <ac:chgData name="Shohat, Drory" userId="9079ea5b-fd3e-43a9-a054-19d96eaa6c73" providerId="ADAL" clId="{D3135692-D336-430B-BBAF-3E56BF7BA26A}" dt="2026-02-17T10:57:26.313" v="19" actId="478"/>
          <ac:spMkLst>
            <pc:docMk/>
            <pc:sldMk cId="2106213525" sldId="2566"/>
            <ac:spMk id="5" creationId="{8455FCE2-DFC3-1EAC-B604-CACF381D730D}"/>
          </ac:spMkLst>
        </pc:spChg>
        <pc:spChg chg="add del mod">
          <ac:chgData name="Shohat, Drory" userId="9079ea5b-fd3e-43a9-a054-19d96eaa6c73" providerId="ADAL" clId="{D3135692-D336-430B-BBAF-3E56BF7BA26A}" dt="2026-02-17T10:58:44.357" v="28"/>
          <ac:spMkLst>
            <pc:docMk/>
            <pc:sldMk cId="2106213525" sldId="2566"/>
            <ac:spMk id="9" creationId="{C17CF5C0-AB0A-EA3B-756D-2C8073872624}"/>
          </ac:spMkLst>
        </pc:spChg>
        <pc:spChg chg="add del mod">
          <ac:chgData name="Shohat, Drory" userId="9079ea5b-fd3e-43a9-a054-19d96eaa6c73" providerId="ADAL" clId="{D3135692-D336-430B-BBAF-3E56BF7BA26A}" dt="2026-02-17T10:59:11.939" v="32" actId="478"/>
          <ac:spMkLst>
            <pc:docMk/>
            <pc:sldMk cId="2106213525" sldId="2566"/>
            <ac:spMk id="10" creationId="{A2CC845E-917C-FF5A-5A6D-88A9E87613D6}"/>
          </ac:spMkLst>
        </pc:spChg>
        <pc:spChg chg="add del mod">
          <ac:chgData name="Shohat, Drory" userId="9079ea5b-fd3e-43a9-a054-19d96eaa6c73" providerId="ADAL" clId="{D3135692-D336-430B-BBAF-3E56BF7BA26A}" dt="2026-02-17T11:16:51.224" v="55" actId="478"/>
          <ac:spMkLst>
            <pc:docMk/>
            <pc:sldMk cId="2106213525" sldId="2566"/>
            <ac:spMk id="11" creationId="{CBFCF1F3-1051-0190-481E-5A029620FF54}"/>
          </ac:spMkLst>
        </pc:spChg>
        <pc:spChg chg="add mod">
          <ac:chgData name="Shohat, Drory" userId="9079ea5b-fd3e-43a9-a054-19d96eaa6c73" providerId="ADAL" clId="{D3135692-D336-430B-BBAF-3E56BF7BA26A}" dt="2026-02-17T11:18:34.988" v="68" actId="20577"/>
          <ac:spMkLst>
            <pc:docMk/>
            <pc:sldMk cId="2106213525" sldId="2566"/>
            <ac:spMk id="12" creationId="{70AABE1B-3E2A-68C4-B809-748D1A97C6FB}"/>
          </ac:spMkLst>
        </pc:spChg>
        <pc:spChg chg="add del mod">
          <ac:chgData name="Shohat, Drory" userId="9079ea5b-fd3e-43a9-a054-19d96eaa6c73" providerId="ADAL" clId="{D3135692-D336-430B-BBAF-3E56BF7BA26A}" dt="2026-02-17T11:17:00.115" v="57" actId="478"/>
          <ac:spMkLst>
            <pc:docMk/>
            <pc:sldMk cId="2106213525" sldId="2566"/>
            <ac:spMk id="14" creationId="{A4CCD6E5-FE4F-6FDE-7DDA-D2391684F356}"/>
          </ac:spMkLst>
        </pc:spChg>
        <pc:spChg chg="add mod">
          <ac:chgData name="Shohat, Drory" userId="9079ea5b-fd3e-43a9-a054-19d96eaa6c73" providerId="ADAL" clId="{D3135692-D336-430B-BBAF-3E56BF7BA26A}" dt="2026-02-17T11:16:48.922" v="54"/>
          <ac:spMkLst>
            <pc:docMk/>
            <pc:sldMk cId="2106213525" sldId="2566"/>
            <ac:spMk id="15" creationId="{3068C425-4A9E-01E9-9430-A2168E4C2789}"/>
          </ac:spMkLst>
        </pc:spChg>
        <pc:spChg chg="add mod">
          <ac:chgData name="Shohat, Drory" userId="9079ea5b-fd3e-43a9-a054-19d96eaa6c73" providerId="ADAL" clId="{D3135692-D336-430B-BBAF-3E56BF7BA26A}" dt="2026-02-17T11:17:22.574" v="60" actId="14100"/>
          <ac:spMkLst>
            <pc:docMk/>
            <pc:sldMk cId="2106213525" sldId="2566"/>
            <ac:spMk id="16" creationId="{51C84B93-A09C-9FA9-2BD0-B7C9EFFD6A58}"/>
          </ac:spMkLst>
        </pc:spChg>
        <pc:picChg chg="mod modCrop">
          <ac:chgData name="Shohat, Drory" userId="9079ea5b-fd3e-43a9-a054-19d96eaa6c73" providerId="ADAL" clId="{D3135692-D336-430B-BBAF-3E56BF7BA26A}" dt="2026-02-17T11:17:43.782" v="63" actId="1076"/>
          <ac:picMkLst>
            <pc:docMk/>
            <pc:sldMk cId="2106213525" sldId="2566"/>
            <ac:picMk id="8" creationId="{03E6B803-57C1-49C8-A8F8-3C0098831D2D}"/>
          </ac:picMkLst>
        </pc:picChg>
      </pc:sldChg>
      <pc:sldChg chg="delSp modSp mod">
        <pc:chgData name="Shohat, Drory" userId="9079ea5b-fd3e-43a9-a054-19d96eaa6c73" providerId="ADAL" clId="{D3135692-D336-430B-BBAF-3E56BF7BA26A}" dt="2026-02-17T11:19:14.664" v="72" actId="478"/>
        <pc:sldMkLst>
          <pc:docMk/>
          <pc:sldMk cId="3353300749" sldId="2567"/>
        </pc:sldMkLst>
        <pc:spChg chg="mod">
          <ac:chgData name="Shohat, Drory" userId="9079ea5b-fd3e-43a9-a054-19d96eaa6c73" providerId="ADAL" clId="{D3135692-D336-430B-BBAF-3E56BF7BA26A}" dt="2026-02-17T11:19:10.098" v="71" actId="14100"/>
          <ac:spMkLst>
            <pc:docMk/>
            <pc:sldMk cId="3353300749" sldId="2567"/>
            <ac:spMk id="4" creationId="{E4121A21-C7D4-09E6-8376-3E636F01A201}"/>
          </ac:spMkLst>
        </pc:spChg>
        <pc:spChg chg="del">
          <ac:chgData name="Shohat, Drory" userId="9079ea5b-fd3e-43a9-a054-19d96eaa6c73" providerId="ADAL" clId="{D3135692-D336-430B-BBAF-3E56BF7BA26A}" dt="2026-02-17T11:19:14.664" v="72" actId="478"/>
          <ac:spMkLst>
            <pc:docMk/>
            <pc:sldMk cId="3353300749" sldId="2567"/>
            <ac:spMk id="5" creationId="{94E4BDEC-6D13-50D6-773D-477E61C3A53B}"/>
          </ac:spMkLst>
        </pc:spChg>
      </pc:sldChg>
      <pc:sldChg chg="delSp modSp mod">
        <pc:chgData name="Shohat, Drory" userId="9079ea5b-fd3e-43a9-a054-19d96eaa6c73" providerId="ADAL" clId="{D3135692-D336-430B-BBAF-3E56BF7BA26A}" dt="2026-02-17T11:27:30.109" v="181" actId="478"/>
        <pc:sldMkLst>
          <pc:docMk/>
          <pc:sldMk cId="3591374551" sldId="2568"/>
        </pc:sldMkLst>
        <pc:spChg chg="del mod">
          <ac:chgData name="Shohat, Drory" userId="9079ea5b-fd3e-43a9-a054-19d96eaa6c73" providerId="ADAL" clId="{D3135692-D336-430B-BBAF-3E56BF7BA26A}" dt="2026-02-17T11:27:30.109" v="181" actId="478"/>
          <ac:spMkLst>
            <pc:docMk/>
            <pc:sldMk cId="3591374551" sldId="2568"/>
            <ac:spMk id="4" creationId="{98F1A37F-ADF0-93E7-0E70-CDC777F4F5F3}"/>
          </ac:spMkLst>
        </pc:spChg>
      </pc:sldChg>
      <pc:sldChg chg="delSp modSp mod modNotesTx">
        <pc:chgData name="Shohat, Drory" userId="9079ea5b-fd3e-43a9-a054-19d96eaa6c73" providerId="ADAL" clId="{D3135692-D336-430B-BBAF-3E56BF7BA26A}" dt="2026-02-17T12:47:56.064" v="254" actId="20577"/>
        <pc:sldMkLst>
          <pc:docMk/>
          <pc:sldMk cId="1051705950" sldId="2569"/>
        </pc:sldMkLst>
        <pc:spChg chg="mod">
          <ac:chgData name="Shohat, Drory" userId="9079ea5b-fd3e-43a9-a054-19d96eaa6c73" providerId="ADAL" clId="{D3135692-D336-430B-BBAF-3E56BF7BA26A}" dt="2026-02-17T12:47:56.064" v="254" actId="20577"/>
          <ac:spMkLst>
            <pc:docMk/>
            <pc:sldMk cId="1051705950" sldId="2569"/>
            <ac:spMk id="4" creationId="{7F77D0C4-6C29-E95C-6C14-82268A69A80D}"/>
          </ac:spMkLst>
        </pc:spChg>
        <pc:spChg chg="del">
          <ac:chgData name="Shohat, Drory" userId="9079ea5b-fd3e-43a9-a054-19d96eaa6c73" providerId="ADAL" clId="{D3135692-D336-430B-BBAF-3E56BF7BA26A}" dt="2026-02-17T11:27:23.107" v="179" actId="478"/>
          <ac:spMkLst>
            <pc:docMk/>
            <pc:sldMk cId="1051705950" sldId="2569"/>
            <ac:spMk id="5" creationId="{FD337094-B16B-A105-C46C-C54535C510D7}"/>
          </ac:spMkLst>
        </pc:spChg>
      </pc:sldChg>
      <pc:sldChg chg="delSp modSp mod">
        <pc:chgData name="Shohat, Drory" userId="9079ea5b-fd3e-43a9-a054-19d96eaa6c73" providerId="ADAL" clId="{D3135692-D336-430B-BBAF-3E56BF7BA26A}" dt="2026-02-17T11:27:18.649" v="178" actId="478"/>
        <pc:sldMkLst>
          <pc:docMk/>
          <pc:sldMk cId="3784486417" sldId="2570"/>
        </pc:sldMkLst>
        <pc:spChg chg="mod">
          <ac:chgData name="Shohat, Drory" userId="9079ea5b-fd3e-43a9-a054-19d96eaa6c73" providerId="ADAL" clId="{D3135692-D336-430B-BBAF-3E56BF7BA26A}" dt="2026-02-17T11:26:47.699" v="173" actId="6549"/>
          <ac:spMkLst>
            <pc:docMk/>
            <pc:sldMk cId="3784486417" sldId="2570"/>
            <ac:spMk id="2" creationId="{7163E84F-94AF-45E7-A119-490F78B87B03}"/>
          </ac:spMkLst>
        </pc:spChg>
        <pc:spChg chg="del">
          <ac:chgData name="Shohat, Drory" userId="9079ea5b-fd3e-43a9-a054-19d96eaa6c73" providerId="ADAL" clId="{D3135692-D336-430B-BBAF-3E56BF7BA26A}" dt="2026-02-17T11:27:18.649" v="178" actId="478"/>
          <ac:spMkLst>
            <pc:docMk/>
            <pc:sldMk cId="3784486417" sldId="2570"/>
            <ac:spMk id="4" creationId="{19F71999-6A16-AFA4-9448-BF3BED0C19E6}"/>
          </ac:spMkLst>
        </pc:spChg>
      </pc:sldChg>
      <pc:sldChg chg="delSp modSp mod">
        <pc:chgData name="Shohat, Drory" userId="9079ea5b-fd3e-43a9-a054-19d96eaa6c73" providerId="ADAL" clId="{D3135692-D336-430B-BBAF-3E56BF7BA26A}" dt="2026-02-17T13:57:00.818" v="258" actId="20577"/>
        <pc:sldMkLst>
          <pc:docMk/>
          <pc:sldMk cId="1274523945" sldId="2571"/>
        </pc:sldMkLst>
        <pc:spChg chg="mod">
          <ac:chgData name="Shohat, Drory" userId="9079ea5b-fd3e-43a9-a054-19d96eaa6c73" providerId="ADAL" clId="{D3135692-D336-430B-BBAF-3E56BF7BA26A}" dt="2026-02-17T13:57:00.818" v="258" actId="20577"/>
          <ac:spMkLst>
            <pc:docMk/>
            <pc:sldMk cId="1274523945" sldId="2571"/>
            <ac:spMk id="4" creationId="{5F241548-DF16-CF60-E4EF-400A2DB760A6}"/>
          </ac:spMkLst>
        </pc:spChg>
        <pc:spChg chg="del">
          <ac:chgData name="Shohat, Drory" userId="9079ea5b-fd3e-43a9-a054-19d96eaa6c73" providerId="ADAL" clId="{D3135692-D336-430B-BBAF-3E56BF7BA26A}" dt="2026-02-17T11:27:13.354" v="177" actId="478"/>
          <ac:spMkLst>
            <pc:docMk/>
            <pc:sldMk cId="1274523945" sldId="2571"/>
            <ac:spMk id="5" creationId="{4DFFBAE4-65CF-D471-9396-D80A4415CCE8}"/>
          </ac:spMkLst>
        </pc:spChg>
      </pc:sldChg>
      <pc:sldChg chg="delSp mod">
        <pc:chgData name="Shohat, Drory" userId="9079ea5b-fd3e-43a9-a054-19d96eaa6c73" providerId="ADAL" clId="{D3135692-D336-430B-BBAF-3E56BF7BA26A}" dt="2026-02-17T11:27:09.887" v="176" actId="478"/>
        <pc:sldMkLst>
          <pc:docMk/>
          <pc:sldMk cId="3288618715" sldId="2572"/>
        </pc:sldMkLst>
        <pc:spChg chg="del">
          <ac:chgData name="Shohat, Drory" userId="9079ea5b-fd3e-43a9-a054-19d96eaa6c73" providerId="ADAL" clId="{D3135692-D336-430B-BBAF-3E56BF7BA26A}" dt="2026-02-17T11:27:09.887" v="176" actId="478"/>
          <ac:spMkLst>
            <pc:docMk/>
            <pc:sldMk cId="3288618715" sldId="2572"/>
            <ac:spMk id="4" creationId="{11905137-842B-67B5-6F2E-F49BB44FBF31}"/>
          </ac:spMkLst>
        </pc:spChg>
      </pc:sldChg>
      <pc:sldChg chg="modSp">
        <pc:chgData name="Shohat, Drory" userId="9079ea5b-fd3e-43a9-a054-19d96eaa6c73" providerId="ADAL" clId="{D3135692-D336-430B-BBAF-3E56BF7BA26A}" dt="2026-02-17T11:28:46.243" v="189" actId="20577"/>
        <pc:sldMkLst>
          <pc:docMk/>
          <pc:sldMk cId="1315507074" sldId="2573"/>
        </pc:sldMkLst>
        <pc:spChg chg="mod">
          <ac:chgData name="Shohat, Drory" userId="9079ea5b-fd3e-43a9-a054-19d96eaa6c73" providerId="ADAL" clId="{D3135692-D336-430B-BBAF-3E56BF7BA26A}" dt="2026-02-17T11:28:46.243" v="189" actId="20577"/>
          <ac:spMkLst>
            <pc:docMk/>
            <pc:sldMk cId="1315507074" sldId="2573"/>
            <ac:spMk id="4" creationId="{C5B6586D-4CB4-6E0A-47D2-66876A3DB4D4}"/>
          </ac:spMkLst>
        </pc:spChg>
      </pc:sldChg>
    </pc:docChg>
  </pc:docChgLst>
  <pc:docChgLst>
    <pc:chgData clId="Web-{7DE99D9B-AD7D-489B-8C76-8858D5146B30}"/>
    <pc:docChg chg="addSld delSld modSld addSection">
      <pc:chgData name="" userId="" providerId="" clId="Web-{7DE99D9B-AD7D-489B-8C76-8858D5146B30}" dt="2026-02-16T07:01:37.925" v="15" actId="34807"/>
      <pc:docMkLst>
        <pc:docMk/>
      </pc:docMkLst>
      <pc:sldChg chg="del">
        <pc:chgData name="" userId="" providerId="" clId="Web-{7DE99D9B-AD7D-489B-8C76-8858D5146B30}" dt="2026-02-16T07:01:37.831" v="0" actId="34807"/>
        <pc:sldMkLst>
          <pc:docMk/>
          <pc:sldMk cId="1538654294" sldId="256"/>
        </pc:sldMkLst>
      </pc:sldChg>
      <pc:sldChg chg="modSp add mod addAnim chgLayout">
        <pc:chgData name="" userId="" providerId="" clId="Web-{7DE99D9B-AD7D-489B-8C76-8858D5146B30}" dt="2026-02-16T07:01:37.925" v="3" actId="34807"/>
        <pc:sldMkLst>
          <pc:docMk/>
          <pc:sldMk cId="1433567547" sldId="2561"/>
        </pc:sldMkLst>
        <pc:spChg chg="mod">
          <ac:chgData name="" userId="" providerId="" clId="Web-{7DE99D9B-AD7D-489B-8C76-8858D5146B30}" dt="2026-02-16T07:01:37.925" v="1" actId="34807"/>
          <ac:spMkLst>
            <pc:docMk/>
            <pc:sldMk cId="1433567547" sldId="2561"/>
            <ac:spMk id="2" creationId="{6CD70291-3343-4462-9991-0A594ECB01BA}"/>
          </ac:spMkLst>
        </pc:spChg>
        <pc:spChg chg="mod">
          <ac:chgData name="" userId="" providerId="" clId="Web-{7DE99D9B-AD7D-489B-8C76-8858D5146B30}" dt="2026-02-16T07:01:37.925" v="1" actId="34807"/>
          <ac:spMkLst>
            <pc:docMk/>
            <pc:sldMk cId="1433567547" sldId="2561"/>
            <ac:spMk id="3" creationId="{2B84F4DC-9980-B8E0-AEC3-8A43BB05F276}"/>
          </ac:spMkLst>
        </pc:spChg>
        <pc:spChg chg="mod">
          <ac:chgData name="" userId="" providerId="" clId="Web-{7DE99D9B-AD7D-489B-8C76-8858D5146B30}" dt="2026-02-16T07:01:37.925" v="1" actId="34807"/>
          <ac:spMkLst>
            <pc:docMk/>
            <pc:sldMk cId="1433567547" sldId="2561"/>
            <ac:spMk id="4" creationId="{774FAFAE-D90E-EEB5-55F0-608D2EBC93E8}"/>
          </ac:spMkLst>
        </pc:spChg>
        <pc:spChg chg="mod">
          <ac:chgData name="" userId="" providerId="" clId="Web-{7DE99D9B-AD7D-489B-8C76-8858D5146B30}" dt="2026-02-16T07:01:37.925" v="1" actId="34807"/>
          <ac:spMkLst>
            <pc:docMk/>
            <pc:sldMk cId="1433567547" sldId="2561"/>
            <ac:spMk id="5" creationId="{9AA5B311-C91C-608A-A4A7-F636E1985CC6}"/>
          </ac:spMkLst>
        </pc:spChg>
        <pc:spChg chg="mod">
          <ac:chgData name="" userId="" providerId="" clId="Web-{7DE99D9B-AD7D-489B-8C76-8858D5146B30}" dt="2026-02-16T07:01:37.925" v="1" actId="34807"/>
          <ac:spMkLst>
            <pc:docMk/>
            <pc:sldMk cId="1433567547" sldId="2561"/>
            <ac:spMk id="6" creationId="{77A7D9E3-E0DE-C367-89A3-78EEDD71F739}"/>
          </ac:spMkLst>
        </pc:spChg>
        <pc:picChg chg="mod ord">
          <ac:chgData name="" userId="" providerId="" clId="Web-{7DE99D9B-AD7D-489B-8C76-8858D5146B30}" dt="2026-02-16T07:01:37.925" v="1" actId="34807"/>
          <ac:picMkLst>
            <pc:docMk/>
            <pc:sldMk cId="1433567547" sldId="2561"/>
            <ac:picMk id="7" creationId="{102AE8BC-DE2B-4351-A6CB-A0B58CA32069}"/>
          </ac:picMkLst>
        </pc:picChg>
      </pc:sldChg>
      <pc:sldChg chg="modSp add mod modTransition modClrScheme addAnim chgLayout">
        <pc:chgData name="" userId="" providerId="" clId="Web-{7DE99D9B-AD7D-489B-8C76-8858D5146B30}" dt="2026-02-16T07:01:37.925" v="4" actId="34807"/>
        <pc:sldMkLst>
          <pc:docMk/>
          <pc:sldMk cId="492936338" sldId="2562"/>
        </pc:sldMkLst>
        <pc:spChg chg="mod">
          <ac:chgData name="" userId="" providerId="" clId="Web-{7DE99D9B-AD7D-489B-8C76-8858D5146B30}" dt="2026-02-16T07:01:37.925" v="1" actId="34807"/>
          <ac:spMkLst>
            <pc:docMk/>
            <pc:sldMk cId="492936338" sldId="2562"/>
            <ac:spMk id="2" creationId="{88E246D2-E1AD-AE17-C0AB-C27B254A7FEC}"/>
          </ac:spMkLst>
        </pc:spChg>
        <pc:spChg chg="mod">
          <ac:chgData name="" userId="" providerId="" clId="Web-{7DE99D9B-AD7D-489B-8C76-8858D5146B30}" dt="2026-02-16T07:01:37.925" v="1" actId="34807"/>
          <ac:spMkLst>
            <pc:docMk/>
            <pc:sldMk cId="492936338" sldId="2562"/>
            <ac:spMk id="4" creationId="{6D3B04B1-B84B-5D71-23C0-BABF4D6BD49C}"/>
          </ac:spMkLst>
        </pc:spChg>
        <pc:spChg chg="mod">
          <ac:chgData name="" userId="" providerId="" clId="Web-{7DE99D9B-AD7D-489B-8C76-8858D5146B30}" dt="2026-02-16T07:01:37.925" v="1" actId="34807"/>
          <ac:spMkLst>
            <pc:docMk/>
            <pc:sldMk cId="492936338" sldId="2562"/>
            <ac:spMk id="5" creationId="{ED45D4A3-8E27-D2EA-27A1-C7E5F43F33E5}"/>
          </ac:spMkLst>
        </pc:spChg>
        <pc:spChg chg="mod">
          <ac:chgData name="" userId="" providerId="" clId="Web-{7DE99D9B-AD7D-489B-8C76-8858D5146B30}" dt="2026-02-16T07:01:37.925" v="1" actId="34807"/>
          <ac:spMkLst>
            <pc:docMk/>
            <pc:sldMk cId="492936338" sldId="2562"/>
            <ac:spMk id="6" creationId="{9FD5EB82-08A4-3CC3-3D20-EDC0A8BD2209}"/>
          </ac:spMkLst>
        </pc:spChg>
      </pc:sldChg>
      <pc:sldChg chg="modSp add mod modTransition modClrScheme addAnim chgLayout">
        <pc:chgData name="" userId="" providerId="" clId="Web-{7DE99D9B-AD7D-489B-8C76-8858D5146B30}" dt="2026-02-16T07:01:37.925" v="5" actId="34807"/>
        <pc:sldMkLst>
          <pc:docMk/>
          <pc:sldMk cId="3127173604" sldId="2563"/>
        </pc:sldMkLst>
        <pc:spChg chg="mod">
          <ac:chgData name="" userId="" providerId="" clId="Web-{7DE99D9B-AD7D-489B-8C76-8858D5146B30}" dt="2026-02-16T07:01:37.925" v="1" actId="34807"/>
          <ac:spMkLst>
            <pc:docMk/>
            <pc:sldMk cId="3127173604" sldId="2563"/>
            <ac:spMk id="2" creationId="{C6FC8E95-CF57-7E23-D8E5-ECF38A8196D8}"/>
          </ac:spMkLst>
        </pc:spChg>
        <pc:spChg chg="mod">
          <ac:chgData name="" userId="" providerId="" clId="Web-{7DE99D9B-AD7D-489B-8C76-8858D5146B30}" dt="2026-02-16T07:01:37.925" v="1" actId="34807"/>
          <ac:spMkLst>
            <pc:docMk/>
            <pc:sldMk cId="3127173604" sldId="2563"/>
            <ac:spMk id="4" creationId="{22959405-F96B-313C-7538-5233D001DE2E}"/>
          </ac:spMkLst>
        </pc:spChg>
        <pc:spChg chg="mod">
          <ac:chgData name="" userId="" providerId="" clId="Web-{7DE99D9B-AD7D-489B-8C76-8858D5146B30}" dt="2026-02-16T07:01:37.925" v="1" actId="34807"/>
          <ac:spMkLst>
            <pc:docMk/>
            <pc:sldMk cId="3127173604" sldId="2563"/>
            <ac:spMk id="5" creationId="{6C53A2B6-BECC-9372-9D03-4CA73C2A2FA1}"/>
          </ac:spMkLst>
        </pc:spChg>
        <pc:spChg chg="mod">
          <ac:chgData name="" userId="" providerId="" clId="Web-{7DE99D9B-AD7D-489B-8C76-8858D5146B30}" dt="2026-02-16T07:01:37.925" v="1" actId="34807"/>
          <ac:spMkLst>
            <pc:docMk/>
            <pc:sldMk cId="3127173604" sldId="2563"/>
            <ac:spMk id="6" creationId="{C7E41E09-1C38-3656-CEBE-69306DAD6AFA}"/>
          </ac:spMkLst>
        </pc:spChg>
        <pc:spChg chg="mod">
          <ac:chgData name="" userId="" providerId="" clId="Web-{7DE99D9B-AD7D-489B-8C76-8858D5146B30}" dt="2026-02-16T07:01:37.925" v="1" actId="34807"/>
          <ac:spMkLst>
            <pc:docMk/>
            <pc:sldMk cId="3127173604" sldId="2563"/>
            <ac:spMk id="7" creationId="{6411F306-3D12-ED72-1E5C-191B05DEF102}"/>
          </ac:spMkLst>
        </pc:spChg>
        <pc:picChg chg="mod">
          <ac:chgData name="" userId="" providerId="" clId="Web-{7DE99D9B-AD7D-489B-8C76-8858D5146B30}" dt="2026-02-16T07:01:37.925" v="1" actId="34807"/>
          <ac:picMkLst>
            <pc:docMk/>
            <pc:sldMk cId="3127173604" sldId="2563"/>
            <ac:picMk id="8" creationId="{4D1808AC-EF78-4999-9EED-C56514A3A9BB}"/>
          </ac:picMkLst>
        </pc:picChg>
      </pc:sldChg>
      <pc:sldChg chg="modSp add mod modTransition modClrScheme addAnim chgLayout">
        <pc:chgData name="" userId="" providerId="" clId="Web-{7DE99D9B-AD7D-489B-8C76-8858D5146B30}" dt="2026-02-16T07:01:37.925" v="6" actId="34807"/>
        <pc:sldMkLst>
          <pc:docMk/>
          <pc:sldMk cId="197356889" sldId="2564"/>
        </pc:sldMkLst>
        <pc:spChg chg="mod">
          <ac:chgData name="" userId="" providerId="" clId="Web-{7DE99D9B-AD7D-489B-8C76-8858D5146B30}" dt="2026-02-16T07:01:37.925" v="1" actId="34807"/>
          <ac:spMkLst>
            <pc:docMk/>
            <pc:sldMk cId="197356889" sldId="2564"/>
            <ac:spMk id="2" creationId="{20E1945C-4F34-2F2A-3CE0-6A1F1C12D895}"/>
          </ac:spMkLst>
        </pc:spChg>
        <pc:spChg chg="mod">
          <ac:chgData name="" userId="" providerId="" clId="Web-{7DE99D9B-AD7D-489B-8C76-8858D5146B30}" dt="2026-02-16T07:01:37.925" v="1" actId="34807"/>
          <ac:spMkLst>
            <pc:docMk/>
            <pc:sldMk cId="197356889" sldId="2564"/>
            <ac:spMk id="4" creationId="{7943A5DF-D096-EA66-5000-45FFAE7C6C68}"/>
          </ac:spMkLst>
        </pc:spChg>
        <pc:spChg chg="mod">
          <ac:chgData name="" userId="" providerId="" clId="Web-{7DE99D9B-AD7D-489B-8C76-8858D5146B30}" dt="2026-02-16T07:01:37.925" v="1" actId="34807"/>
          <ac:spMkLst>
            <pc:docMk/>
            <pc:sldMk cId="197356889" sldId="2564"/>
            <ac:spMk id="5" creationId="{16A5A6FB-2BFC-E284-77C6-EBF25A9CC683}"/>
          </ac:spMkLst>
        </pc:spChg>
        <pc:spChg chg="mod">
          <ac:chgData name="" userId="" providerId="" clId="Web-{7DE99D9B-AD7D-489B-8C76-8858D5146B30}" dt="2026-02-16T07:01:37.925" v="1" actId="34807"/>
          <ac:spMkLst>
            <pc:docMk/>
            <pc:sldMk cId="197356889" sldId="2564"/>
            <ac:spMk id="6" creationId="{F8C82931-ACDD-97D5-703C-FB902DEE8CF8}"/>
          </ac:spMkLst>
        </pc:spChg>
        <pc:spChg chg="mod">
          <ac:chgData name="" userId="" providerId="" clId="Web-{7DE99D9B-AD7D-489B-8C76-8858D5146B30}" dt="2026-02-16T07:01:37.925" v="1" actId="34807"/>
          <ac:spMkLst>
            <pc:docMk/>
            <pc:sldMk cId="197356889" sldId="2564"/>
            <ac:spMk id="7" creationId="{51B6C68F-49B4-B4D0-860C-4EC8CAE237E5}"/>
          </ac:spMkLst>
        </pc:spChg>
        <pc:picChg chg="mod">
          <ac:chgData name="" userId="" providerId="" clId="Web-{7DE99D9B-AD7D-489B-8C76-8858D5146B30}" dt="2026-02-16T07:01:37.925" v="1" actId="34807"/>
          <ac:picMkLst>
            <pc:docMk/>
            <pc:sldMk cId="197356889" sldId="2564"/>
            <ac:picMk id="8" creationId="{873DFC5E-8D23-44F7-930C-1DCC7A6642F7}"/>
          </ac:picMkLst>
        </pc:picChg>
      </pc:sldChg>
      <pc:sldChg chg="modSp add mod modTransition modClrScheme addAnim chgLayout">
        <pc:chgData name="" userId="" providerId="" clId="Web-{7DE99D9B-AD7D-489B-8C76-8858D5146B30}" dt="2026-02-16T07:01:37.925" v="7" actId="34807"/>
        <pc:sldMkLst>
          <pc:docMk/>
          <pc:sldMk cId="1028602137" sldId="2565"/>
        </pc:sldMkLst>
        <pc:spChg chg="mod">
          <ac:chgData name="" userId="" providerId="" clId="Web-{7DE99D9B-AD7D-489B-8C76-8858D5146B30}" dt="2026-02-16T07:01:37.925" v="1" actId="34807"/>
          <ac:spMkLst>
            <pc:docMk/>
            <pc:sldMk cId="1028602137" sldId="2565"/>
            <ac:spMk id="2" creationId="{996EF089-E816-8D5E-E9E7-BBEB9568F533}"/>
          </ac:spMkLst>
        </pc:spChg>
        <pc:spChg chg="mod">
          <ac:chgData name="" userId="" providerId="" clId="Web-{7DE99D9B-AD7D-489B-8C76-8858D5146B30}" dt="2026-02-16T07:01:37.925" v="1" actId="34807"/>
          <ac:spMkLst>
            <pc:docMk/>
            <pc:sldMk cId="1028602137" sldId="2565"/>
            <ac:spMk id="4" creationId="{0F24FF5D-3BBD-F373-B721-44FAAA6E21E5}"/>
          </ac:spMkLst>
        </pc:spChg>
        <pc:spChg chg="mod">
          <ac:chgData name="" userId="" providerId="" clId="Web-{7DE99D9B-AD7D-489B-8C76-8858D5146B30}" dt="2026-02-16T07:01:37.925" v="1" actId="34807"/>
          <ac:spMkLst>
            <pc:docMk/>
            <pc:sldMk cId="1028602137" sldId="2565"/>
            <ac:spMk id="5" creationId="{6DC46DF7-7978-BF89-6A7A-FCCAB8A902EA}"/>
          </ac:spMkLst>
        </pc:spChg>
        <pc:spChg chg="mod">
          <ac:chgData name="" userId="" providerId="" clId="Web-{7DE99D9B-AD7D-489B-8C76-8858D5146B30}" dt="2026-02-16T07:01:37.925" v="1" actId="34807"/>
          <ac:spMkLst>
            <pc:docMk/>
            <pc:sldMk cId="1028602137" sldId="2565"/>
            <ac:spMk id="6" creationId="{91D56A93-67D9-DDB5-BEC5-3D65CBDB5161}"/>
          </ac:spMkLst>
        </pc:spChg>
      </pc:sldChg>
      <pc:sldChg chg="modSp add mod modTransition modClrScheme addAnim chgLayout">
        <pc:chgData name="" userId="" providerId="" clId="Web-{7DE99D9B-AD7D-489B-8C76-8858D5146B30}" dt="2026-02-16T07:01:37.925" v="8" actId="34807"/>
        <pc:sldMkLst>
          <pc:docMk/>
          <pc:sldMk cId="2106213525" sldId="2566"/>
        </pc:sldMkLst>
        <pc:spChg chg="mod">
          <ac:chgData name="" userId="" providerId="" clId="Web-{7DE99D9B-AD7D-489B-8C76-8858D5146B30}" dt="2026-02-16T07:01:37.925" v="1" actId="34807"/>
          <ac:spMkLst>
            <pc:docMk/>
            <pc:sldMk cId="2106213525" sldId="2566"/>
            <ac:spMk id="2" creationId="{3068C425-4A9E-01E9-9430-A2168E4C2789}"/>
          </ac:spMkLst>
        </pc:spChg>
        <pc:spChg chg="mod">
          <ac:chgData name="" userId="" providerId="" clId="Web-{7DE99D9B-AD7D-489B-8C76-8858D5146B30}" dt="2026-02-16T07:01:37.925" v="1" actId="34807"/>
          <ac:spMkLst>
            <pc:docMk/>
            <pc:sldMk cId="2106213525" sldId="2566"/>
            <ac:spMk id="4" creationId="{A2CC845E-917C-FF5A-5A6D-88A9E87613D6}"/>
          </ac:spMkLst>
        </pc:spChg>
        <pc:spChg chg="mod">
          <ac:chgData name="" userId="" providerId="" clId="Web-{7DE99D9B-AD7D-489B-8C76-8858D5146B30}" dt="2026-02-16T07:01:37.925" v="1" actId="34807"/>
          <ac:spMkLst>
            <pc:docMk/>
            <pc:sldMk cId="2106213525" sldId="2566"/>
            <ac:spMk id="5" creationId="{8455FCE2-DFC3-1EAC-B604-CACF381D730D}"/>
          </ac:spMkLst>
        </pc:spChg>
        <pc:spChg chg="mod">
          <ac:chgData name="" userId="" providerId="" clId="Web-{7DE99D9B-AD7D-489B-8C76-8858D5146B30}" dt="2026-02-16T07:01:37.925" v="1" actId="34807"/>
          <ac:spMkLst>
            <pc:docMk/>
            <pc:sldMk cId="2106213525" sldId="2566"/>
            <ac:spMk id="6" creationId="{1BDFBDAC-1FF4-5E9C-0D4A-3F58B6C5AED7}"/>
          </ac:spMkLst>
        </pc:spChg>
        <pc:spChg chg="mod">
          <ac:chgData name="" userId="" providerId="" clId="Web-{7DE99D9B-AD7D-489B-8C76-8858D5146B30}" dt="2026-02-16T07:01:37.925" v="1" actId="34807"/>
          <ac:spMkLst>
            <pc:docMk/>
            <pc:sldMk cId="2106213525" sldId="2566"/>
            <ac:spMk id="7" creationId="{28BE12E4-9BC5-CA96-FE19-B749A5381D6B}"/>
          </ac:spMkLst>
        </pc:spChg>
        <pc:picChg chg="mod">
          <ac:chgData name="" userId="" providerId="" clId="Web-{7DE99D9B-AD7D-489B-8C76-8858D5146B30}" dt="2026-02-16T07:01:37.925" v="1" actId="34807"/>
          <ac:picMkLst>
            <pc:docMk/>
            <pc:sldMk cId="2106213525" sldId="2566"/>
            <ac:picMk id="8" creationId="{03E6B803-57C1-49C8-A8F8-3C0098831D2D}"/>
          </ac:picMkLst>
        </pc:picChg>
      </pc:sldChg>
      <pc:sldChg chg="modSp add mod modTransition modClrScheme addAnim chgLayout">
        <pc:chgData name="" userId="" providerId="" clId="Web-{7DE99D9B-AD7D-489B-8C76-8858D5146B30}" dt="2026-02-16T07:01:37.925" v="9" actId="34807"/>
        <pc:sldMkLst>
          <pc:docMk/>
          <pc:sldMk cId="3353300749" sldId="2567"/>
        </pc:sldMkLst>
        <pc:spChg chg="mod">
          <ac:chgData name="" userId="" providerId="" clId="Web-{7DE99D9B-AD7D-489B-8C76-8858D5146B30}" dt="2026-02-16T07:01:37.925" v="1" actId="34807"/>
          <ac:spMkLst>
            <pc:docMk/>
            <pc:sldMk cId="3353300749" sldId="2567"/>
            <ac:spMk id="2" creationId="{692B60EC-EB56-9862-BFE8-DE882289D4A8}"/>
          </ac:spMkLst>
        </pc:spChg>
        <pc:spChg chg="mod">
          <ac:chgData name="" userId="" providerId="" clId="Web-{7DE99D9B-AD7D-489B-8C76-8858D5146B30}" dt="2026-02-16T07:01:37.925" v="1" actId="34807"/>
          <ac:spMkLst>
            <pc:docMk/>
            <pc:sldMk cId="3353300749" sldId="2567"/>
            <ac:spMk id="4" creationId="{E4121A21-C7D4-09E6-8376-3E636F01A201}"/>
          </ac:spMkLst>
        </pc:spChg>
        <pc:spChg chg="mod">
          <ac:chgData name="" userId="" providerId="" clId="Web-{7DE99D9B-AD7D-489B-8C76-8858D5146B30}" dt="2026-02-16T07:01:37.925" v="1" actId="34807"/>
          <ac:spMkLst>
            <pc:docMk/>
            <pc:sldMk cId="3353300749" sldId="2567"/>
            <ac:spMk id="5" creationId="{94E4BDEC-6D13-50D6-773D-477E61C3A53B}"/>
          </ac:spMkLst>
        </pc:spChg>
        <pc:spChg chg="mod">
          <ac:chgData name="" userId="" providerId="" clId="Web-{7DE99D9B-AD7D-489B-8C76-8858D5146B30}" dt="2026-02-16T07:01:37.925" v="1" actId="34807"/>
          <ac:spMkLst>
            <pc:docMk/>
            <pc:sldMk cId="3353300749" sldId="2567"/>
            <ac:spMk id="6" creationId="{BDD6DC60-4F11-6098-EF04-1D7C71A52ED0}"/>
          </ac:spMkLst>
        </pc:spChg>
        <pc:spChg chg="mod">
          <ac:chgData name="" userId="" providerId="" clId="Web-{7DE99D9B-AD7D-489B-8C76-8858D5146B30}" dt="2026-02-16T07:01:37.925" v="1" actId="34807"/>
          <ac:spMkLst>
            <pc:docMk/>
            <pc:sldMk cId="3353300749" sldId="2567"/>
            <ac:spMk id="7" creationId="{ACD5A3D9-60A3-C5E0-F1D4-57A92ECAC5FB}"/>
          </ac:spMkLst>
        </pc:spChg>
        <pc:picChg chg="mod">
          <ac:chgData name="" userId="" providerId="" clId="Web-{7DE99D9B-AD7D-489B-8C76-8858D5146B30}" dt="2026-02-16T07:01:37.925" v="1" actId="34807"/>
          <ac:picMkLst>
            <pc:docMk/>
            <pc:sldMk cId="3353300749" sldId="2567"/>
            <ac:picMk id="8" creationId="{F41424E0-4438-493A-8972-D28A7BA54216}"/>
          </ac:picMkLst>
        </pc:picChg>
      </pc:sldChg>
      <pc:sldChg chg="modSp add mod modTransition modClrScheme addAnim chgLayout">
        <pc:chgData name="" userId="" providerId="" clId="Web-{7DE99D9B-AD7D-489B-8C76-8858D5146B30}" dt="2026-02-16T07:01:37.925" v="10" actId="34807"/>
        <pc:sldMkLst>
          <pc:docMk/>
          <pc:sldMk cId="3591374551" sldId="2568"/>
        </pc:sldMkLst>
        <pc:spChg chg="mod">
          <ac:chgData name="" userId="" providerId="" clId="Web-{7DE99D9B-AD7D-489B-8C76-8858D5146B30}" dt="2026-02-16T07:01:37.925" v="1" actId="34807"/>
          <ac:spMkLst>
            <pc:docMk/>
            <pc:sldMk cId="3591374551" sldId="2568"/>
            <ac:spMk id="2" creationId="{731FE739-86A0-7D1D-94D6-C2C6D688DEF2}"/>
          </ac:spMkLst>
        </pc:spChg>
        <pc:spChg chg="mod">
          <ac:chgData name="" userId="" providerId="" clId="Web-{7DE99D9B-AD7D-489B-8C76-8858D5146B30}" dt="2026-02-16T07:01:37.925" v="1" actId="34807"/>
          <ac:spMkLst>
            <pc:docMk/>
            <pc:sldMk cId="3591374551" sldId="2568"/>
            <ac:spMk id="4" creationId="{98F1A37F-ADF0-93E7-0E70-CDC777F4F5F3}"/>
          </ac:spMkLst>
        </pc:spChg>
        <pc:spChg chg="mod">
          <ac:chgData name="" userId="" providerId="" clId="Web-{7DE99D9B-AD7D-489B-8C76-8858D5146B30}" dt="2026-02-16T07:01:37.925" v="1" actId="34807"/>
          <ac:spMkLst>
            <pc:docMk/>
            <pc:sldMk cId="3591374551" sldId="2568"/>
            <ac:spMk id="5" creationId="{876F013C-933F-82C8-B9BA-C8DE30928D5B}"/>
          </ac:spMkLst>
        </pc:spChg>
        <pc:spChg chg="mod">
          <ac:chgData name="" userId="" providerId="" clId="Web-{7DE99D9B-AD7D-489B-8C76-8858D5146B30}" dt="2026-02-16T07:01:37.925" v="1" actId="34807"/>
          <ac:spMkLst>
            <pc:docMk/>
            <pc:sldMk cId="3591374551" sldId="2568"/>
            <ac:spMk id="6" creationId="{79D99EAB-DD3E-752F-F4D1-08BD729D9ED3}"/>
          </ac:spMkLst>
        </pc:spChg>
      </pc:sldChg>
      <pc:sldChg chg="modSp add mod modTransition modClrScheme addAnim chgLayout">
        <pc:chgData name="" userId="" providerId="" clId="Web-{7DE99D9B-AD7D-489B-8C76-8858D5146B30}" dt="2026-02-16T07:01:37.925" v="11" actId="34807"/>
        <pc:sldMkLst>
          <pc:docMk/>
          <pc:sldMk cId="1051705950" sldId="2569"/>
        </pc:sldMkLst>
        <pc:spChg chg="mod">
          <ac:chgData name="" userId="" providerId="" clId="Web-{7DE99D9B-AD7D-489B-8C76-8858D5146B30}" dt="2026-02-16T07:01:37.925" v="1" actId="34807"/>
          <ac:spMkLst>
            <pc:docMk/>
            <pc:sldMk cId="1051705950" sldId="2569"/>
            <ac:spMk id="2" creationId="{288E0B3A-D3DD-2650-0C65-D68995176DCD}"/>
          </ac:spMkLst>
        </pc:spChg>
        <pc:spChg chg="mod">
          <ac:chgData name="" userId="" providerId="" clId="Web-{7DE99D9B-AD7D-489B-8C76-8858D5146B30}" dt="2026-02-16T07:01:37.925" v="1" actId="34807"/>
          <ac:spMkLst>
            <pc:docMk/>
            <pc:sldMk cId="1051705950" sldId="2569"/>
            <ac:spMk id="4" creationId="{7F77D0C4-6C29-E95C-6C14-82268A69A80D}"/>
          </ac:spMkLst>
        </pc:spChg>
        <pc:spChg chg="mod">
          <ac:chgData name="" userId="" providerId="" clId="Web-{7DE99D9B-AD7D-489B-8C76-8858D5146B30}" dt="2026-02-16T07:01:37.925" v="1" actId="34807"/>
          <ac:spMkLst>
            <pc:docMk/>
            <pc:sldMk cId="1051705950" sldId="2569"/>
            <ac:spMk id="5" creationId="{FD337094-B16B-A105-C46C-C54535C510D7}"/>
          </ac:spMkLst>
        </pc:spChg>
        <pc:spChg chg="mod">
          <ac:chgData name="" userId="" providerId="" clId="Web-{7DE99D9B-AD7D-489B-8C76-8858D5146B30}" dt="2026-02-16T07:01:37.925" v="1" actId="34807"/>
          <ac:spMkLst>
            <pc:docMk/>
            <pc:sldMk cId="1051705950" sldId="2569"/>
            <ac:spMk id="6" creationId="{75D9D34E-AC9C-3960-FEEC-C447E5F91A88}"/>
          </ac:spMkLst>
        </pc:spChg>
        <pc:spChg chg="mod">
          <ac:chgData name="" userId="" providerId="" clId="Web-{7DE99D9B-AD7D-489B-8C76-8858D5146B30}" dt="2026-02-16T07:01:37.925" v="1" actId="34807"/>
          <ac:spMkLst>
            <pc:docMk/>
            <pc:sldMk cId="1051705950" sldId="2569"/>
            <ac:spMk id="7" creationId="{D347E177-5161-696B-F1B0-F58CBAD8D9AB}"/>
          </ac:spMkLst>
        </pc:spChg>
        <pc:picChg chg="mod">
          <ac:chgData name="" userId="" providerId="" clId="Web-{7DE99D9B-AD7D-489B-8C76-8858D5146B30}" dt="2026-02-16T07:01:37.925" v="1" actId="34807"/>
          <ac:picMkLst>
            <pc:docMk/>
            <pc:sldMk cId="1051705950" sldId="2569"/>
            <ac:picMk id="8" creationId="{B2F80587-FDC9-4855-90EE-E8AFBAB1BE4A}"/>
          </ac:picMkLst>
        </pc:picChg>
      </pc:sldChg>
      <pc:sldChg chg="modSp add mod modTransition modClrScheme addAnim chgLayout">
        <pc:chgData name="" userId="" providerId="" clId="Web-{7DE99D9B-AD7D-489B-8C76-8858D5146B30}" dt="2026-02-16T07:01:37.925" v="12" actId="34807"/>
        <pc:sldMkLst>
          <pc:docMk/>
          <pc:sldMk cId="3784486417" sldId="2570"/>
        </pc:sldMkLst>
        <pc:spChg chg="mod">
          <ac:chgData name="" userId="" providerId="" clId="Web-{7DE99D9B-AD7D-489B-8C76-8858D5146B30}" dt="2026-02-16T07:01:37.925" v="1" actId="34807"/>
          <ac:spMkLst>
            <pc:docMk/>
            <pc:sldMk cId="3784486417" sldId="2570"/>
            <ac:spMk id="2" creationId="{7163E84F-94AF-45E7-A119-490F78B87B03}"/>
          </ac:spMkLst>
        </pc:spChg>
        <pc:spChg chg="mod">
          <ac:chgData name="" userId="" providerId="" clId="Web-{7DE99D9B-AD7D-489B-8C76-8858D5146B30}" dt="2026-02-16T07:01:37.925" v="1" actId="34807"/>
          <ac:spMkLst>
            <pc:docMk/>
            <pc:sldMk cId="3784486417" sldId="2570"/>
            <ac:spMk id="4" creationId="{19F71999-6A16-AFA4-9448-BF3BED0C19E6}"/>
          </ac:spMkLst>
        </pc:spChg>
        <pc:spChg chg="mod">
          <ac:chgData name="" userId="" providerId="" clId="Web-{7DE99D9B-AD7D-489B-8C76-8858D5146B30}" dt="2026-02-16T07:01:37.925" v="1" actId="34807"/>
          <ac:spMkLst>
            <pc:docMk/>
            <pc:sldMk cId="3784486417" sldId="2570"/>
            <ac:spMk id="5" creationId="{ACCFA10F-D24A-EBC9-3B40-A7C559879566}"/>
          </ac:spMkLst>
        </pc:spChg>
        <pc:spChg chg="mod">
          <ac:chgData name="" userId="" providerId="" clId="Web-{7DE99D9B-AD7D-489B-8C76-8858D5146B30}" dt="2026-02-16T07:01:37.925" v="1" actId="34807"/>
          <ac:spMkLst>
            <pc:docMk/>
            <pc:sldMk cId="3784486417" sldId="2570"/>
            <ac:spMk id="6" creationId="{AC7B65C4-A494-3804-F752-E47424C85AF9}"/>
          </ac:spMkLst>
        </pc:spChg>
      </pc:sldChg>
      <pc:sldChg chg="modSp add mod modTransition modClrScheme addAnim chgLayout">
        <pc:chgData name="" userId="" providerId="" clId="Web-{7DE99D9B-AD7D-489B-8C76-8858D5146B30}" dt="2026-02-16T07:01:37.925" v="13" actId="34807"/>
        <pc:sldMkLst>
          <pc:docMk/>
          <pc:sldMk cId="1274523945" sldId="2571"/>
        </pc:sldMkLst>
        <pc:spChg chg="mod">
          <ac:chgData name="" userId="" providerId="" clId="Web-{7DE99D9B-AD7D-489B-8C76-8858D5146B30}" dt="2026-02-16T07:01:37.925" v="1" actId="34807"/>
          <ac:spMkLst>
            <pc:docMk/>
            <pc:sldMk cId="1274523945" sldId="2571"/>
            <ac:spMk id="2" creationId="{7B196FA2-1CAD-923C-0AFE-4DAB56CBA584}"/>
          </ac:spMkLst>
        </pc:spChg>
        <pc:spChg chg="mod">
          <ac:chgData name="" userId="" providerId="" clId="Web-{7DE99D9B-AD7D-489B-8C76-8858D5146B30}" dt="2026-02-16T07:01:37.925" v="1" actId="34807"/>
          <ac:spMkLst>
            <pc:docMk/>
            <pc:sldMk cId="1274523945" sldId="2571"/>
            <ac:spMk id="4" creationId="{5F241548-DF16-CF60-E4EF-400A2DB760A6}"/>
          </ac:spMkLst>
        </pc:spChg>
        <pc:spChg chg="mod">
          <ac:chgData name="" userId="" providerId="" clId="Web-{7DE99D9B-AD7D-489B-8C76-8858D5146B30}" dt="2026-02-16T07:01:37.925" v="1" actId="34807"/>
          <ac:spMkLst>
            <pc:docMk/>
            <pc:sldMk cId="1274523945" sldId="2571"/>
            <ac:spMk id="5" creationId="{4DFFBAE4-65CF-D471-9396-D80A4415CCE8}"/>
          </ac:spMkLst>
        </pc:spChg>
        <pc:spChg chg="mod">
          <ac:chgData name="" userId="" providerId="" clId="Web-{7DE99D9B-AD7D-489B-8C76-8858D5146B30}" dt="2026-02-16T07:01:37.925" v="1" actId="34807"/>
          <ac:spMkLst>
            <pc:docMk/>
            <pc:sldMk cId="1274523945" sldId="2571"/>
            <ac:spMk id="6" creationId="{203D5045-35D6-9667-B374-84A54065AC66}"/>
          </ac:spMkLst>
        </pc:spChg>
        <pc:spChg chg="mod">
          <ac:chgData name="" userId="" providerId="" clId="Web-{7DE99D9B-AD7D-489B-8C76-8858D5146B30}" dt="2026-02-16T07:01:37.925" v="1" actId="34807"/>
          <ac:spMkLst>
            <pc:docMk/>
            <pc:sldMk cId="1274523945" sldId="2571"/>
            <ac:spMk id="7" creationId="{44D43BF7-DF89-AEB2-6569-5E675B337D0B}"/>
          </ac:spMkLst>
        </pc:spChg>
        <pc:picChg chg="mod">
          <ac:chgData name="" userId="" providerId="" clId="Web-{7DE99D9B-AD7D-489B-8C76-8858D5146B30}" dt="2026-02-16T07:01:37.925" v="1" actId="34807"/>
          <ac:picMkLst>
            <pc:docMk/>
            <pc:sldMk cId="1274523945" sldId="2571"/>
            <ac:picMk id="8" creationId="{51F6F6FA-5A31-436D-B7FB-0D95E7AFA16B}"/>
          </ac:picMkLst>
        </pc:picChg>
      </pc:sldChg>
      <pc:sldChg chg="modSp add mod modTransition modClrScheme addAnim chgLayout">
        <pc:chgData name="" userId="" providerId="" clId="Web-{7DE99D9B-AD7D-489B-8C76-8858D5146B30}" dt="2026-02-16T07:01:37.925" v="14" actId="34807"/>
        <pc:sldMkLst>
          <pc:docMk/>
          <pc:sldMk cId="3288618715" sldId="2572"/>
        </pc:sldMkLst>
        <pc:spChg chg="mod">
          <ac:chgData name="" userId="" providerId="" clId="Web-{7DE99D9B-AD7D-489B-8C76-8858D5146B30}" dt="2026-02-16T07:01:37.925" v="1" actId="34807"/>
          <ac:spMkLst>
            <pc:docMk/>
            <pc:sldMk cId="3288618715" sldId="2572"/>
            <ac:spMk id="2" creationId="{AB52D707-07E3-E2AB-B371-3BCD4EF01835}"/>
          </ac:spMkLst>
        </pc:spChg>
        <pc:spChg chg="mod">
          <ac:chgData name="" userId="" providerId="" clId="Web-{7DE99D9B-AD7D-489B-8C76-8858D5146B30}" dt="2026-02-16T07:01:37.925" v="1" actId="34807"/>
          <ac:spMkLst>
            <pc:docMk/>
            <pc:sldMk cId="3288618715" sldId="2572"/>
            <ac:spMk id="4" creationId="{11905137-842B-67B5-6F2E-F49BB44FBF31}"/>
          </ac:spMkLst>
        </pc:spChg>
        <pc:spChg chg="mod">
          <ac:chgData name="" userId="" providerId="" clId="Web-{7DE99D9B-AD7D-489B-8C76-8858D5146B30}" dt="2026-02-16T07:01:37.925" v="1" actId="34807"/>
          <ac:spMkLst>
            <pc:docMk/>
            <pc:sldMk cId="3288618715" sldId="2572"/>
            <ac:spMk id="5" creationId="{2C7C691F-0FA5-BD2C-EAC2-188EAC022E3C}"/>
          </ac:spMkLst>
        </pc:spChg>
        <pc:spChg chg="mod">
          <ac:chgData name="" userId="" providerId="" clId="Web-{7DE99D9B-AD7D-489B-8C76-8858D5146B30}" dt="2026-02-16T07:01:37.925" v="1" actId="34807"/>
          <ac:spMkLst>
            <pc:docMk/>
            <pc:sldMk cId="3288618715" sldId="2572"/>
            <ac:spMk id="6" creationId="{314B6232-36A6-3C16-57AD-FEF1C297959E}"/>
          </ac:spMkLst>
        </pc:spChg>
      </pc:sldChg>
      <pc:sldChg chg="modSp add mod modTransition modClrScheme addAnim chgLayout">
        <pc:chgData name="" userId="" providerId="" clId="Web-{7DE99D9B-AD7D-489B-8C76-8858D5146B30}" dt="2026-02-16T07:01:37.925" v="15" actId="34807"/>
        <pc:sldMkLst>
          <pc:docMk/>
          <pc:sldMk cId="1315507074" sldId="2573"/>
        </pc:sldMkLst>
        <pc:spChg chg="mod">
          <ac:chgData name="" userId="" providerId="" clId="Web-{7DE99D9B-AD7D-489B-8C76-8858D5146B30}" dt="2026-02-16T07:01:37.925" v="1" actId="34807"/>
          <ac:spMkLst>
            <pc:docMk/>
            <pc:sldMk cId="1315507074" sldId="2573"/>
            <ac:spMk id="2" creationId="{246F0F13-2A73-9581-C3E8-9657B6313333}"/>
          </ac:spMkLst>
        </pc:spChg>
        <pc:spChg chg="mod">
          <ac:chgData name="" userId="" providerId="" clId="Web-{7DE99D9B-AD7D-489B-8C76-8858D5146B30}" dt="2026-02-16T07:01:37.925" v="1" actId="34807"/>
          <ac:spMkLst>
            <pc:docMk/>
            <pc:sldMk cId="1315507074" sldId="2573"/>
            <ac:spMk id="4" creationId="{C5B6586D-4CB4-6E0A-47D2-66876A3DB4D4}"/>
          </ac:spMkLst>
        </pc:spChg>
        <pc:spChg chg="mod">
          <ac:chgData name="" userId="" providerId="" clId="Web-{7DE99D9B-AD7D-489B-8C76-8858D5146B30}" dt="2026-02-16T07:01:37.925" v="1" actId="34807"/>
          <ac:spMkLst>
            <pc:docMk/>
            <pc:sldMk cId="1315507074" sldId="2573"/>
            <ac:spMk id="5" creationId="{4AF5F37A-45CF-B601-7815-A36C3C368D93}"/>
          </ac:spMkLst>
        </pc:spChg>
        <pc:spChg chg="mod">
          <ac:chgData name="" userId="" providerId="" clId="Web-{7DE99D9B-AD7D-489B-8C76-8858D5146B30}" dt="2026-02-16T07:01:37.925" v="1" actId="34807"/>
          <ac:spMkLst>
            <pc:docMk/>
            <pc:sldMk cId="1315507074" sldId="2573"/>
            <ac:spMk id="6" creationId="{5F835932-44E7-5FDF-3C14-131C55696B61}"/>
          </ac:spMkLst>
        </pc:spChg>
        <pc:spChg chg="mod">
          <ac:chgData name="" userId="" providerId="" clId="Web-{7DE99D9B-AD7D-489B-8C76-8858D5146B30}" dt="2026-02-16T07:01:37.925" v="1" actId="34807"/>
          <ac:spMkLst>
            <pc:docMk/>
            <pc:sldMk cId="1315507074" sldId="2573"/>
            <ac:spMk id="7" creationId="{BDDCB5A9-CF5E-EABA-6A65-B4983C04BBF6}"/>
          </ac:spMkLst>
        </pc:spChg>
        <pc:picChg chg="mod">
          <ac:chgData name="" userId="" providerId="" clId="Web-{7DE99D9B-AD7D-489B-8C76-8858D5146B30}" dt="2026-02-16T07:01:37.925" v="1" actId="34807"/>
          <ac:picMkLst>
            <pc:docMk/>
            <pc:sldMk cId="1315507074" sldId="2573"/>
            <ac:picMk id="8" creationId="{BF2F5F60-81AC-4F5A-98EC-36FA105C7902}"/>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9048F4-909D-480A-9527-FB9D9CC6AB34}" type="datetimeFigureOut">
              <a:t>02/17/2026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4494C1-0AC1-4304-AC7F-3A94DD63389A}" type="slidenum">
              <a:t>‹#›</a:t>
            </a:fld>
            <a:endParaRPr lang="en-US"/>
          </a:p>
        </p:txBody>
      </p:sp>
    </p:spTree>
    <p:extLst>
      <p:ext uri="{BB962C8B-B14F-4D97-AF65-F5344CB8AC3E}">
        <p14:creationId xmlns:p14="http://schemas.microsoft.com/office/powerpoint/2010/main" val="10663500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ייתכן</a:t>
            </a:r>
            <a:r>
              <a:rPr lang="en-US" dirty="0"/>
              <a:t> </a:t>
            </a:r>
            <a:r>
              <a:rPr lang="en-US" dirty="0" err="1"/>
              <a:t>שתוכן</a:t>
            </a:r>
            <a:r>
              <a:rPr lang="en-US" dirty="0"/>
              <a:t> </a:t>
            </a:r>
            <a:r>
              <a:rPr lang="en-US" dirty="0" err="1"/>
              <a:t>בינה</a:t>
            </a:r>
            <a:r>
              <a:rPr lang="en-US" dirty="0"/>
              <a:t> </a:t>
            </a:r>
            <a:r>
              <a:rPr lang="en-US" dirty="0" err="1"/>
              <a:t>מלאכותית</a:t>
            </a:r>
            <a:r>
              <a:rPr lang="en-US" dirty="0"/>
              <a:t> </a:t>
            </a:r>
            <a:r>
              <a:rPr lang="en-US" dirty="0" err="1"/>
              <a:t>גנרטיבית</a:t>
            </a:r>
            <a:r>
              <a:rPr lang="en-US" dirty="0"/>
              <a:t>. </a:t>
            </a:r>
            <a:r>
              <a:rPr lang="en-US" dirty="0" err="1"/>
              <a:t>שגוי</a:t>
            </a:r>
            <a:r>
              <a:rPr lang="en-US" dirty="0"/>
              <a:t>.
---
</a:t>
            </a:r>
          </a:p>
        </p:txBody>
      </p:sp>
      <p:sp>
        <p:nvSpPr>
          <p:cNvPr id="4" name="Slide Number Placeholder 3"/>
          <p:cNvSpPr>
            <a:spLocks noGrp="1"/>
          </p:cNvSpPr>
          <p:nvPr>
            <p:ph type="sldNum" sz="quarter" idx="5"/>
          </p:nvPr>
        </p:nvSpPr>
        <p:spPr/>
        <p:txBody>
          <a:bodyPr/>
          <a:lstStyle/>
          <a:p>
            <a:fld id="{D3CEACF0-3AD7-43B6-8406-AD06C700AF8A}" type="slidenum">
              <a:t>1</a:t>
            </a:fld>
            <a:endParaRPr lang="en-US"/>
          </a:p>
        </p:txBody>
      </p:sp>
    </p:spTree>
    <p:extLst>
      <p:ext uri="{BB962C8B-B14F-4D97-AF65-F5344CB8AC3E}">
        <p14:creationId xmlns:p14="http://schemas.microsoft.com/office/powerpoint/2010/main" val="27978798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הבנה אמיתית של מגבלות AI, למה זה עדיין מרגיש חכם</a:t>
            </a:r>
          </a:p>
        </p:txBody>
      </p:sp>
      <p:sp>
        <p:nvSpPr>
          <p:cNvPr id="4" name="Slide Number Placeholder 3"/>
          <p:cNvSpPr>
            <a:spLocks noGrp="1"/>
          </p:cNvSpPr>
          <p:nvPr>
            <p:ph type="sldNum" sz="quarter" idx="5"/>
          </p:nvPr>
        </p:nvSpPr>
        <p:spPr/>
        <p:txBody>
          <a:bodyPr/>
          <a:lstStyle/>
          <a:p>
            <a:fld id="{D3CEACF0-3AD7-43B6-8406-AD06C700AF8A}" type="slidenum">
              <a:t>2</a:t>
            </a:fld>
            <a:endParaRPr lang="en-US"/>
          </a:p>
        </p:txBody>
      </p:sp>
    </p:spTree>
    <p:extLst>
      <p:ext uri="{BB962C8B-B14F-4D97-AF65-F5344CB8AC3E}">
        <p14:creationId xmlns:p14="http://schemas.microsoft.com/office/powerpoint/2010/main" val="13195993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en-US" dirty="0"/>
              <a:t>
</a:t>
            </a:r>
            <a:r>
              <a:rPr lang="en-US" dirty="0" err="1"/>
              <a:t>בפועל</a:t>
            </a:r>
            <a:r>
              <a:rPr lang="en-US" dirty="0"/>
              <a:t>, </a:t>
            </a:r>
            <a:r>
              <a:rPr lang="en-US" dirty="0" err="1"/>
              <a:t>רוב</a:t>
            </a:r>
            <a:r>
              <a:rPr lang="en-US" dirty="0"/>
              <a:t> </a:t>
            </a:r>
            <a:r>
              <a:rPr lang="en-US" dirty="0" err="1"/>
              <a:t>האנשים</a:t>
            </a:r>
            <a:r>
              <a:rPr lang="en-US" dirty="0"/>
              <a:t> </a:t>
            </a:r>
            <a:r>
              <a:rPr lang="en-US" dirty="0" err="1"/>
              <a:t>מניחים</a:t>
            </a:r>
            <a:r>
              <a:rPr lang="en-US" dirty="0"/>
              <a:t> </a:t>
            </a:r>
            <a:r>
              <a:rPr lang="en-US" dirty="0" err="1"/>
              <a:t>שלמודלי</a:t>
            </a:r>
            <a:r>
              <a:rPr lang="en-US" dirty="0"/>
              <a:t> AI </a:t>
            </a:r>
            <a:r>
              <a:rPr lang="en-US" dirty="0" err="1"/>
              <a:t>יש</a:t>
            </a:r>
            <a:r>
              <a:rPr lang="en-US" dirty="0"/>
              <a:t> </a:t>
            </a:r>
            <a:r>
              <a:rPr lang="en-US" dirty="0" err="1"/>
              <a:t>יכולת</a:t>
            </a:r>
            <a:r>
              <a:rPr lang="en-US" dirty="0"/>
              <a:t> </a:t>
            </a:r>
            <a:r>
              <a:rPr lang="en-US" dirty="0" err="1"/>
              <a:t>הבנה</a:t>
            </a:r>
            <a:r>
              <a:rPr lang="en-US" dirty="0"/>
              <a:t> </a:t>
            </a:r>
            <a:r>
              <a:rPr lang="en-US" dirty="0" err="1"/>
              <a:t>עמוקה</a:t>
            </a:r>
            <a:r>
              <a:rPr lang="en-US" dirty="0"/>
              <a:t>, </a:t>
            </a:r>
            <a:r>
              <a:rPr lang="en-US" dirty="0" err="1"/>
              <a:t>אך</a:t>
            </a:r>
            <a:r>
              <a:rPr lang="en-US" dirty="0"/>
              <a:t> </a:t>
            </a:r>
            <a:r>
              <a:rPr lang="en-US" dirty="0" err="1"/>
              <a:t>האמת</a:t>
            </a:r>
            <a:r>
              <a:rPr lang="en-US" dirty="0"/>
              <a:t> </a:t>
            </a:r>
            <a:r>
              <a:rPr lang="en-US" dirty="0" err="1"/>
              <a:t>רחוקה</a:t>
            </a:r>
            <a:r>
              <a:rPr lang="en-US" dirty="0"/>
              <a:t> </a:t>
            </a:r>
            <a:r>
              <a:rPr lang="en-US" dirty="0" err="1"/>
              <a:t>מכך</a:t>
            </a:r>
            <a:r>
              <a:rPr lang="en-US" dirty="0"/>
              <a:t>: </a:t>
            </a:r>
            <a:r>
              <a:rPr lang="en-US" dirty="0" err="1"/>
              <a:t>מודלים</a:t>
            </a:r>
            <a:r>
              <a:rPr lang="en-US" dirty="0"/>
              <a:t> </a:t>
            </a:r>
            <a:r>
              <a:rPr lang="en-US" dirty="0" err="1"/>
              <a:t>כמו</a:t>
            </a:r>
            <a:r>
              <a:rPr lang="en-US" dirty="0"/>
              <a:t> LLMs </a:t>
            </a:r>
            <a:r>
              <a:rPr lang="en-US" dirty="0" err="1"/>
              <a:t>אינם</a:t>
            </a:r>
            <a:r>
              <a:rPr lang="en-US" dirty="0"/>
              <a:t> </a:t>
            </a:r>
            <a:r>
              <a:rPr lang="en-US" dirty="0" err="1"/>
              <a:t>מבינים</a:t>
            </a:r>
            <a:r>
              <a:rPr lang="en-US" dirty="0"/>
              <a:t>, </a:t>
            </a:r>
            <a:r>
              <a:rPr lang="en-US" dirty="0" err="1"/>
              <a:t>אינם</a:t>
            </a:r>
            <a:r>
              <a:rPr lang="en-US" dirty="0"/>
              <a:t> </a:t>
            </a:r>
            <a:r>
              <a:rPr lang="en-US" dirty="0" err="1"/>
              <a:t>חושבים</a:t>
            </a:r>
            <a:r>
              <a:rPr lang="en-US" dirty="0"/>
              <a:t>, </a:t>
            </a:r>
            <a:r>
              <a:rPr lang="en-US" dirty="0" err="1"/>
              <a:t>ואינם</a:t>
            </a:r>
            <a:r>
              <a:rPr lang="en-US" dirty="0"/>
              <a:t> </a:t>
            </a:r>
            <a:r>
              <a:rPr lang="en-US" dirty="0" err="1"/>
              <a:t>מנתחים</a:t>
            </a:r>
            <a:r>
              <a:rPr lang="en-US" dirty="0"/>
              <a:t> </a:t>
            </a:r>
            <a:r>
              <a:rPr lang="en-US" dirty="0" err="1"/>
              <a:t>מציאות</a:t>
            </a:r>
            <a:r>
              <a:rPr lang="en-US" dirty="0"/>
              <a:t> </a:t>
            </a:r>
            <a:r>
              <a:rPr lang="en-US" dirty="0" err="1"/>
              <a:t>כמו</a:t>
            </a:r>
            <a:r>
              <a:rPr lang="en-US" dirty="0"/>
              <a:t> </a:t>
            </a:r>
            <a:r>
              <a:rPr lang="en-US" dirty="0" err="1"/>
              <a:t>בני</a:t>
            </a:r>
            <a:r>
              <a:rPr lang="en-US" dirty="0"/>
              <a:t> </a:t>
            </a:r>
            <a:r>
              <a:rPr lang="en-US" dirty="0" err="1"/>
              <a:t>אדם</a:t>
            </a:r>
            <a:r>
              <a:rPr lang="en-US" dirty="0"/>
              <a:t>, </a:t>
            </a:r>
            <a:r>
              <a:rPr lang="en-US" dirty="0" err="1"/>
              <a:t>אלא</a:t>
            </a:r>
            <a:r>
              <a:rPr lang="en-US" dirty="0"/>
              <a:t> </a:t>
            </a:r>
            <a:r>
              <a:rPr lang="en-US" dirty="0" err="1"/>
              <a:t>מבצעים</a:t>
            </a:r>
            <a:r>
              <a:rPr lang="en-US" dirty="0"/>
              <a:t> </a:t>
            </a:r>
            <a:r>
              <a:rPr lang="en-US" dirty="0" err="1"/>
              <a:t>ניחוש</a:t>
            </a:r>
            <a:r>
              <a:rPr lang="en-US" dirty="0"/>
              <a:t> </a:t>
            </a:r>
            <a:r>
              <a:rPr lang="en-US" dirty="0" err="1"/>
              <a:t>הסתברותי</a:t>
            </a:r>
            <a:r>
              <a:rPr lang="en-US" dirty="0"/>
              <a:t> </a:t>
            </a:r>
            <a:r>
              <a:rPr lang="en-US" dirty="0" err="1"/>
              <a:t>מבוסס</a:t>
            </a:r>
            <a:r>
              <a:rPr lang="en-US" dirty="0"/>
              <a:t> </a:t>
            </a:r>
            <a:r>
              <a:rPr lang="en-US" dirty="0" err="1"/>
              <a:t>דפוסים</a:t>
            </a:r>
            <a:r>
              <a:rPr lang="en-US" dirty="0"/>
              <a:t>. </a:t>
            </a:r>
            <a:r>
              <a:rPr lang="en-US" dirty="0" err="1"/>
              <a:t>במקום</a:t>
            </a:r>
            <a:r>
              <a:rPr lang="en-US" dirty="0"/>
              <a:t> </a:t>
            </a:r>
            <a:r>
              <a:rPr lang="en-US" dirty="0" err="1"/>
              <a:t>להחזיק</a:t>
            </a:r>
            <a:r>
              <a:rPr lang="en-US" dirty="0"/>
              <a:t> </a:t>
            </a:r>
            <a:r>
              <a:rPr lang="en-US" dirty="0" err="1"/>
              <a:t>ידע</a:t>
            </a:r>
            <a:r>
              <a:rPr lang="en-US" dirty="0"/>
              <a:t> </a:t>
            </a:r>
            <a:r>
              <a:rPr lang="en-US" dirty="0" err="1"/>
              <a:t>מנטלי</a:t>
            </a:r>
            <a:r>
              <a:rPr lang="en-US" dirty="0"/>
              <a:t> </a:t>
            </a:r>
            <a:r>
              <a:rPr lang="en-US" dirty="0" err="1"/>
              <a:t>או</a:t>
            </a:r>
            <a:r>
              <a:rPr lang="en-US" dirty="0"/>
              <a:t> </a:t>
            </a:r>
            <a:r>
              <a:rPr lang="en-US" dirty="0" err="1"/>
              <a:t>חשיבה</a:t>
            </a:r>
            <a:r>
              <a:rPr lang="en-US" dirty="0"/>
              <a:t> </a:t>
            </a:r>
            <a:r>
              <a:rPr lang="en-US" dirty="0" err="1"/>
              <a:t>לוגית</a:t>
            </a:r>
            <a:r>
              <a:rPr lang="en-US" dirty="0"/>
              <a:t>, </a:t>
            </a:r>
            <a:r>
              <a:rPr lang="en-US" dirty="0" err="1"/>
              <a:t>המודל</a:t>
            </a:r>
            <a:r>
              <a:rPr lang="en-US" dirty="0"/>
              <a:t> </a:t>
            </a:r>
            <a:r>
              <a:rPr lang="en-US" dirty="0" err="1"/>
              <a:t>משתמש</a:t>
            </a:r>
            <a:r>
              <a:rPr lang="en-US" dirty="0"/>
              <a:t> </a:t>
            </a:r>
            <a:r>
              <a:rPr lang="en-US" dirty="0" err="1"/>
              <a:t>בסטטיסטיקה</a:t>
            </a:r>
            <a:r>
              <a:rPr lang="en-US" dirty="0"/>
              <a:t> </a:t>
            </a:r>
            <a:r>
              <a:rPr lang="en-US" dirty="0" err="1"/>
              <a:t>של</a:t>
            </a:r>
            <a:r>
              <a:rPr lang="en-US" dirty="0"/>
              <a:t> </a:t>
            </a:r>
            <a:r>
              <a:rPr lang="en-US" dirty="0" err="1"/>
              <a:t>מילים</a:t>
            </a:r>
            <a:r>
              <a:rPr lang="en-US" dirty="0"/>
              <a:t> </a:t>
            </a:r>
            <a:r>
              <a:rPr lang="en-US" dirty="0" err="1"/>
              <a:t>כדי</a:t>
            </a:r>
            <a:r>
              <a:rPr lang="en-US" dirty="0"/>
              <a:t> </a:t>
            </a:r>
            <a:r>
              <a:rPr lang="en-US" dirty="0" err="1"/>
              <a:t>לבחור</a:t>
            </a:r>
            <a:r>
              <a:rPr lang="en-US" dirty="0"/>
              <a:t> </a:t>
            </a:r>
            <a:r>
              <a:rPr lang="en-US" dirty="0" err="1"/>
              <a:t>את</a:t>
            </a:r>
            <a:r>
              <a:rPr lang="en-US" dirty="0"/>
              <a:t> </a:t>
            </a:r>
            <a:r>
              <a:rPr lang="en-US" dirty="0" err="1"/>
              <a:t>המילה</a:t>
            </a:r>
            <a:r>
              <a:rPr lang="en-US" dirty="0"/>
              <a:t> </a:t>
            </a:r>
            <a:r>
              <a:rPr lang="en-US" dirty="0" err="1"/>
              <a:t>הבאה</a:t>
            </a:r>
            <a:r>
              <a:rPr lang="en-US" dirty="0"/>
              <a:t> </a:t>
            </a:r>
            <a:r>
              <a:rPr lang="en-US" dirty="0" err="1"/>
              <a:t>שהכי</a:t>
            </a:r>
            <a:r>
              <a:rPr lang="en-US" dirty="0"/>
              <a:t> </a:t>
            </a:r>
            <a:r>
              <a:rPr lang="en-US" dirty="0" err="1"/>
              <a:t>סביר</a:t>
            </a:r>
            <a:r>
              <a:rPr lang="en-US" dirty="0"/>
              <a:t> </a:t>
            </a:r>
            <a:r>
              <a:rPr lang="en-US" dirty="0" err="1"/>
              <a:t>שתופיע</a:t>
            </a:r>
            <a:r>
              <a:rPr lang="en-US" dirty="0"/>
              <a:t>. </a:t>
            </a:r>
            <a:r>
              <a:rPr lang="en-US" dirty="0" err="1"/>
              <a:t>הדבר</a:t>
            </a:r>
            <a:r>
              <a:rPr lang="en-US" dirty="0"/>
              <a:t> </a:t>
            </a:r>
            <a:r>
              <a:rPr lang="en-US" dirty="0" err="1"/>
              <a:t>מעניק</a:t>
            </a:r>
            <a:r>
              <a:rPr lang="en-US" dirty="0"/>
              <a:t> </a:t>
            </a:r>
            <a:r>
              <a:rPr lang="en-US" dirty="0" err="1"/>
              <a:t>תחושה</a:t>
            </a:r>
            <a:r>
              <a:rPr lang="en-US" dirty="0"/>
              <a:t> </a:t>
            </a:r>
            <a:r>
              <a:rPr lang="en-US" dirty="0" err="1"/>
              <a:t>מטעה</a:t>
            </a:r>
            <a:r>
              <a:rPr lang="en-US" dirty="0"/>
              <a:t> </a:t>
            </a:r>
            <a:r>
              <a:rPr lang="en-US" dirty="0" err="1"/>
              <a:t>של</a:t>
            </a:r>
            <a:r>
              <a:rPr lang="en-US" dirty="0"/>
              <a:t> </a:t>
            </a:r>
            <a:r>
              <a:rPr lang="en-US" dirty="0" err="1"/>
              <a:t>אינטליגנציה</a:t>
            </a:r>
            <a:r>
              <a:rPr lang="en-US" dirty="0"/>
              <a:t>, </a:t>
            </a:r>
            <a:r>
              <a:rPr lang="en-US" dirty="0" err="1"/>
              <a:t>אך</a:t>
            </a:r>
            <a:r>
              <a:rPr lang="en-US" dirty="0"/>
              <a:t> </a:t>
            </a:r>
            <a:r>
              <a:rPr lang="en-US" dirty="0" err="1"/>
              <a:t>מדובר</a:t>
            </a:r>
            <a:r>
              <a:rPr lang="en-US" dirty="0"/>
              <a:t> </a:t>
            </a:r>
            <a:r>
              <a:rPr lang="en-US" dirty="0" err="1"/>
              <a:t>אך</a:t>
            </a:r>
            <a:r>
              <a:rPr lang="en-US" dirty="0"/>
              <a:t> </a:t>
            </a:r>
            <a:r>
              <a:rPr lang="en-US" dirty="0" err="1"/>
              <a:t>ורק</a:t>
            </a:r>
            <a:r>
              <a:rPr lang="en-US" dirty="0"/>
              <a:t> </a:t>
            </a:r>
            <a:r>
              <a:rPr lang="en-US" dirty="0" err="1"/>
              <a:t>בהתאמה</a:t>
            </a:r>
            <a:r>
              <a:rPr lang="en-US" dirty="0"/>
              <a:t> </a:t>
            </a:r>
            <a:r>
              <a:rPr lang="en-US" dirty="0" err="1"/>
              <a:t>לדפוסים</a:t>
            </a:r>
            <a:r>
              <a:rPr lang="en-US" dirty="0"/>
              <a:t> </a:t>
            </a:r>
            <a:r>
              <a:rPr lang="en-US" dirty="0" err="1"/>
              <a:t>שנלמדו</a:t>
            </a:r>
            <a:r>
              <a:rPr lang="en-US" dirty="0"/>
              <a:t> </a:t>
            </a:r>
            <a:r>
              <a:rPr lang="en-US" dirty="0" err="1"/>
              <a:t>ממיליוני</a:t>
            </a:r>
            <a:r>
              <a:rPr lang="en-US" dirty="0"/>
              <a:t> </a:t>
            </a:r>
            <a:r>
              <a:rPr lang="en-US" dirty="0" err="1"/>
              <a:t>דוגמאות</a:t>
            </a:r>
            <a:r>
              <a:rPr lang="en-US" dirty="0"/>
              <a:t>. </a:t>
            </a:r>
            <a:r>
              <a:rPr lang="en-US" dirty="0" err="1"/>
              <a:t>לדוגמה</a:t>
            </a:r>
            <a:r>
              <a:rPr lang="en-US" dirty="0"/>
              <a:t>, </a:t>
            </a:r>
            <a:r>
              <a:rPr lang="en-US" dirty="0" err="1"/>
              <a:t>אם</a:t>
            </a:r>
            <a:r>
              <a:rPr lang="en-US" dirty="0"/>
              <a:t> </a:t>
            </a:r>
            <a:r>
              <a:rPr lang="en-US" dirty="0" err="1"/>
              <a:t>משפט</a:t>
            </a:r>
            <a:r>
              <a:rPr lang="en-US" dirty="0"/>
              <a:t> </a:t>
            </a:r>
            <a:r>
              <a:rPr lang="en-US" dirty="0" err="1"/>
              <a:t>מסוים</a:t>
            </a:r>
            <a:r>
              <a:rPr lang="en-US" dirty="0"/>
              <a:t> </a:t>
            </a:r>
            <a:r>
              <a:rPr lang="en-US" dirty="0" err="1"/>
              <a:t>הושלם</a:t>
            </a:r>
            <a:r>
              <a:rPr lang="en-US" dirty="0"/>
              <a:t> </a:t>
            </a:r>
            <a:r>
              <a:rPr lang="en-US" dirty="0" err="1"/>
              <a:t>אלפי</a:t>
            </a:r>
            <a:r>
              <a:rPr lang="en-US" dirty="0"/>
              <a:t> </a:t>
            </a:r>
            <a:r>
              <a:rPr lang="en-US" dirty="0" err="1"/>
              <a:t>פעמים</a:t>
            </a:r>
            <a:r>
              <a:rPr lang="en-US" dirty="0"/>
              <a:t> </a:t>
            </a:r>
            <a:r>
              <a:rPr lang="en-US" dirty="0" err="1"/>
              <a:t>באופן</a:t>
            </a:r>
            <a:r>
              <a:rPr lang="en-US" dirty="0"/>
              <a:t> </a:t>
            </a:r>
            <a:r>
              <a:rPr lang="en-US" dirty="0" err="1"/>
              <a:t>דומה</a:t>
            </a:r>
            <a:r>
              <a:rPr lang="en-US" dirty="0"/>
              <a:t> </a:t>
            </a:r>
            <a:r>
              <a:rPr lang="en-US" dirty="0" err="1"/>
              <a:t>במאגר</a:t>
            </a:r>
            <a:r>
              <a:rPr lang="en-US" dirty="0"/>
              <a:t> </a:t>
            </a:r>
            <a:r>
              <a:rPr lang="en-US" dirty="0" err="1"/>
              <a:t>האימון</a:t>
            </a:r>
            <a:r>
              <a:rPr lang="en-US" dirty="0"/>
              <a:t>, </a:t>
            </a:r>
            <a:r>
              <a:rPr lang="en-US" dirty="0" err="1"/>
              <a:t>המודל</a:t>
            </a:r>
            <a:r>
              <a:rPr lang="en-US" dirty="0"/>
              <a:t> </a:t>
            </a:r>
            <a:r>
              <a:rPr lang="en-US" dirty="0" err="1"/>
              <a:t>ינסה</a:t>
            </a:r>
            <a:r>
              <a:rPr lang="en-US" dirty="0"/>
              <a:t> </a:t>
            </a:r>
            <a:r>
              <a:rPr lang="en-US" dirty="0" err="1"/>
              <a:t>לשחזר</a:t>
            </a:r>
            <a:r>
              <a:rPr lang="en-US" dirty="0"/>
              <a:t> </a:t>
            </a:r>
            <a:r>
              <a:rPr lang="en-US" dirty="0" err="1"/>
              <a:t>את</a:t>
            </a:r>
            <a:r>
              <a:rPr lang="en-US" dirty="0"/>
              <a:t> </a:t>
            </a:r>
            <a:r>
              <a:rPr lang="en-US" dirty="0" err="1"/>
              <a:t>אותו</a:t>
            </a:r>
            <a:r>
              <a:rPr lang="en-US" dirty="0"/>
              <a:t> </a:t>
            </a:r>
            <a:r>
              <a:rPr lang="en-US" dirty="0" err="1"/>
              <a:t>מבנה</a:t>
            </a:r>
            <a:r>
              <a:rPr lang="en-US" dirty="0"/>
              <a:t>, </a:t>
            </a:r>
            <a:r>
              <a:rPr lang="en-US" dirty="0" err="1"/>
              <a:t>מה</a:t>
            </a:r>
            <a:r>
              <a:rPr lang="en-US" dirty="0"/>
              <a:t> </a:t>
            </a:r>
            <a:r>
              <a:rPr lang="en-US" dirty="0" err="1"/>
              <a:t>שמייצר</a:t>
            </a:r>
            <a:r>
              <a:rPr lang="en-US" dirty="0"/>
              <a:t> </a:t>
            </a:r>
            <a:r>
              <a:rPr lang="en-US" dirty="0" err="1"/>
              <a:t>רושם</a:t>
            </a:r>
            <a:r>
              <a:rPr lang="en-US" dirty="0"/>
              <a:t> </a:t>
            </a:r>
            <a:r>
              <a:rPr lang="en-US" dirty="0" err="1"/>
              <a:t>שהוא</a:t>
            </a:r>
            <a:r>
              <a:rPr lang="en-US" dirty="0"/>
              <a:t> "</a:t>
            </a:r>
            <a:r>
              <a:rPr lang="en-US" dirty="0" err="1"/>
              <a:t>מבין</a:t>
            </a:r>
            <a:r>
              <a:rPr lang="en-US" dirty="0"/>
              <a:t>" </a:t>
            </a:r>
            <a:r>
              <a:rPr lang="en-US" dirty="0" err="1"/>
              <a:t>את</a:t>
            </a:r>
            <a:r>
              <a:rPr lang="en-US" dirty="0"/>
              <a:t> </a:t>
            </a:r>
            <a:r>
              <a:rPr lang="en-US" dirty="0" err="1"/>
              <a:t>הכוונה</a:t>
            </a:r>
            <a:r>
              <a:rPr lang="en-US" dirty="0"/>
              <a:t>. </a:t>
            </a:r>
            <a:r>
              <a:rPr lang="en-US" dirty="0" err="1"/>
              <a:t>כדי</a:t>
            </a:r>
            <a:r>
              <a:rPr lang="en-US" dirty="0"/>
              <a:t> </a:t>
            </a:r>
            <a:r>
              <a:rPr lang="en-US" dirty="0" err="1"/>
              <a:t>להמחיש</a:t>
            </a:r>
            <a:r>
              <a:rPr lang="en-US" dirty="0"/>
              <a:t> </a:t>
            </a:r>
            <a:r>
              <a:rPr lang="en-US" dirty="0" err="1"/>
              <a:t>זאת</a:t>
            </a:r>
            <a:r>
              <a:rPr lang="en-US" dirty="0"/>
              <a:t>, </a:t>
            </a:r>
            <a:r>
              <a:rPr lang="en-US" dirty="0" err="1"/>
              <a:t>ניתן</a:t>
            </a:r>
            <a:r>
              <a:rPr lang="en-US" dirty="0"/>
              <a:t> </a:t>
            </a:r>
            <a:r>
              <a:rPr lang="en-US" dirty="0" err="1"/>
              <a:t>להעלות</a:t>
            </a:r>
            <a:r>
              <a:rPr lang="en-US" dirty="0"/>
              <a:t> </a:t>
            </a:r>
            <a:r>
              <a:rPr lang="en-US" dirty="0" err="1"/>
              <a:t>שאלות</a:t>
            </a:r>
            <a:r>
              <a:rPr lang="en-US" dirty="0"/>
              <a:t> </a:t>
            </a:r>
            <a:r>
              <a:rPr lang="en-US" dirty="0" err="1"/>
              <a:t>בעלות</a:t>
            </a:r>
            <a:r>
              <a:rPr lang="en-US" dirty="0"/>
              <a:t> </a:t>
            </a:r>
            <a:r>
              <a:rPr lang="en-US" dirty="0" err="1"/>
              <a:t>אמביגויות</a:t>
            </a:r>
            <a:r>
              <a:rPr lang="en-US" dirty="0"/>
              <a:t> </a:t>
            </a:r>
            <a:r>
              <a:rPr lang="en-US" dirty="0" err="1"/>
              <a:t>מכוונות</a:t>
            </a:r>
            <a:r>
              <a:rPr lang="en-US" dirty="0"/>
              <a:t> — </a:t>
            </a:r>
            <a:r>
              <a:rPr lang="en-US" dirty="0" err="1"/>
              <a:t>המודל</a:t>
            </a:r>
            <a:r>
              <a:rPr lang="en-US" dirty="0"/>
              <a:t> </a:t>
            </a:r>
            <a:r>
              <a:rPr lang="en-US" dirty="0" err="1"/>
              <a:t>ייתן</a:t>
            </a:r>
            <a:r>
              <a:rPr lang="en-US" dirty="0"/>
              <a:t> </a:t>
            </a:r>
            <a:r>
              <a:rPr lang="en-US" dirty="0" err="1"/>
              <a:t>תשובה</a:t>
            </a:r>
            <a:r>
              <a:rPr lang="en-US" dirty="0"/>
              <a:t> </a:t>
            </a:r>
            <a:r>
              <a:rPr lang="en-US" dirty="0" err="1"/>
              <a:t>חלקה</a:t>
            </a:r>
            <a:r>
              <a:rPr lang="en-US" dirty="0"/>
              <a:t> </a:t>
            </a:r>
            <a:r>
              <a:rPr lang="en-US" dirty="0" err="1"/>
              <a:t>אך</a:t>
            </a:r>
            <a:r>
              <a:rPr lang="en-US" dirty="0"/>
              <a:t> </a:t>
            </a:r>
            <a:r>
              <a:rPr lang="en-US" dirty="0" err="1"/>
              <a:t>לפעמים</a:t>
            </a:r>
            <a:r>
              <a:rPr lang="en-US" dirty="0"/>
              <a:t> </a:t>
            </a:r>
            <a:r>
              <a:rPr lang="en-US" dirty="0" err="1"/>
              <a:t>שגויה</a:t>
            </a:r>
            <a:r>
              <a:rPr lang="en-US" dirty="0"/>
              <a:t> </a:t>
            </a:r>
            <a:r>
              <a:rPr lang="en-US" dirty="0" err="1"/>
              <a:t>לחלוטין</a:t>
            </a:r>
            <a:r>
              <a:rPr lang="en-US" dirty="0"/>
              <a:t>, </a:t>
            </a:r>
            <a:r>
              <a:rPr lang="en-US" dirty="0" err="1"/>
              <a:t>משום</a:t>
            </a:r>
            <a:r>
              <a:rPr lang="en-US" dirty="0"/>
              <a:t> </a:t>
            </a:r>
            <a:r>
              <a:rPr lang="en-US" dirty="0" err="1"/>
              <a:t>שאין</a:t>
            </a:r>
            <a:r>
              <a:rPr lang="en-US" dirty="0"/>
              <a:t> </a:t>
            </a:r>
            <a:r>
              <a:rPr lang="en-US" dirty="0" err="1"/>
              <a:t>לו</a:t>
            </a:r>
            <a:r>
              <a:rPr lang="en-US" dirty="0"/>
              <a:t> </a:t>
            </a:r>
            <a:r>
              <a:rPr lang="en-US" dirty="0" err="1"/>
              <a:t>קשר</a:t>
            </a:r>
            <a:r>
              <a:rPr lang="en-US" dirty="0"/>
              <a:t> </a:t>
            </a:r>
            <a:r>
              <a:rPr lang="en-US" dirty="0" err="1"/>
              <a:t>לעולם</a:t>
            </a:r>
            <a:r>
              <a:rPr lang="en-US" dirty="0"/>
              <a:t> </a:t>
            </a:r>
            <a:r>
              <a:rPr lang="en-US" dirty="0" err="1"/>
              <a:t>האמיתי</a:t>
            </a:r>
            <a:r>
              <a:rPr lang="en-US" dirty="0"/>
              <a:t>. </a:t>
            </a:r>
            <a:r>
              <a:rPr lang="en-US" dirty="0" err="1"/>
              <a:t>שלושה</a:t>
            </a:r>
            <a:r>
              <a:rPr lang="en-US" dirty="0"/>
              <a:t> </a:t>
            </a:r>
            <a:r>
              <a:rPr lang="en-US" dirty="0" err="1"/>
              <a:t>מרכיבים</a:t>
            </a:r>
            <a:r>
              <a:rPr lang="en-US" dirty="0"/>
              <a:t> </a:t>
            </a:r>
            <a:r>
              <a:rPr lang="en-US" dirty="0" err="1"/>
              <a:t>מרכזיים</a:t>
            </a:r>
            <a:r>
              <a:rPr lang="en-US" dirty="0"/>
              <a:t> </a:t>
            </a:r>
            <a:r>
              <a:rPr lang="en-US" dirty="0" err="1"/>
              <a:t>מסבירים</a:t>
            </a:r>
            <a:r>
              <a:rPr lang="en-US" dirty="0"/>
              <a:t> </a:t>
            </a:r>
            <a:r>
              <a:rPr lang="en-US" dirty="0" err="1"/>
              <a:t>זאת</a:t>
            </a:r>
            <a:r>
              <a:rPr lang="en-US" dirty="0"/>
              <a:t>: </a:t>
            </a:r>
            <a:r>
              <a:rPr lang="en-US" dirty="0" err="1"/>
              <a:t>ראשית</a:t>
            </a:r>
            <a:r>
              <a:rPr lang="en-US" dirty="0"/>
              <a:t>, </a:t>
            </a:r>
            <a:r>
              <a:rPr lang="en-US" dirty="0" err="1"/>
              <a:t>הטכנולוגיה</a:t>
            </a:r>
            <a:r>
              <a:rPr lang="en-US" dirty="0"/>
              <a:t> </a:t>
            </a:r>
            <a:r>
              <a:rPr lang="en-US" dirty="0" err="1"/>
              <a:t>מבוססת</a:t>
            </a:r>
            <a:r>
              <a:rPr lang="en-US" dirty="0"/>
              <a:t> </a:t>
            </a:r>
            <a:r>
              <a:rPr lang="en-US" dirty="0" err="1"/>
              <a:t>הסתברות</a:t>
            </a:r>
            <a:r>
              <a:rPr lang="en-US" dirty="0"/>
              <a:t> </a:t>
            </a:r>
            <a:r>
              <a:rPr lang="en-US" dirty="0" err="1"/>
              <a:t>ולא</a:t>
            </a:r>
            <a:r>
              <a:rPr lang="en-US" dirty="0"/>
              <a:t> </a:t>
            </a:r>
            <a:r>
              <a:rPr lang="en-US" dirty="0" err="1"/>
              <a:t>על</a:t>
            </a:r>
            <a:r>
              <a:rPr lang="en-US" dirty="0"/>
              <a:t> </a:t>
            </a:r>
            <a:r>
              <a:rPr lang="en-US" dirty="0" err="1"/>
              <a:t>הבנת</a:t>
            </a:r>
            <a:r>
              <a:rPr lang="en-US" dirty="0"/>
              <a:t> </a:t>
            </a:r>
            <a:r>
              <a:rPr lang="en-US" dirty="0" err="1"/>
              <a:t>משמעות</a:t>
            </a:r>
            <a:r>
              <a:rPr lang="en-US" dirty="0"/>
              <a:t>; </a:t>
            </a:r>
            <a:r>
              <a:rPr lang="en-US" dirty="0" err="1"/>
              <a:t>שנית</a:t>
            </a:r>
            <a:r>
              <a:rPr lang="en-US" dirty="0"/>
              <a:t>, </a:t>
            </a:r>
            <a:r>
              <a:rPr lang="en-US" dirty="0" err="1"/>
              <a:t>אין</a:t>
            </a:r>
            <a:r>
              <a:rPr lang="en-US" dirty="0"/>
              <a:t> </a:t>
            </a:r>
            <a:r>
              <a:rPr lang="en-US" dirty="0" err="1"/>
              <a:t>למודל</a:t>
            </a:r>
            <a:r>
              <a:rPr lang="en-US" dirty="0"/>
              <a:t> </a:t>
            </a:r>
            <a:r>
              <a:rPr lang="en-US" dirty="0" err="1"/>
              <a:t>חוויות</a:t>
            </a:r>
            <a:r>
              <a:rPr lang="en-US" dirty="0"/>
              <a:t> </a:t>
            </a:r>
            <a:r>
              <a:rPr lang="en-US" dirty="0" err="1"/>
              <a:t>או</a:t>
            </a:r>
            <a:r>
              <a:rPr lang="en-US" dirty="0"/>
              <a:t> </a:t>
            </a:r>
            <a:r>
              <a:rPr lang="en-US" dirty="0" err="1"/>
              <a:t>מודעות</a:t>
            </a:r>
            <a:r>
              <a:rPr lang="en-US" dirty="0"/>
              <a:t> — </a:t>
            </a:r>
            <a:r>
              <a:rPr lang="en-US" dirty="0" err="1"/>
              <a:t>הוא</a:t>
            </a:r>
            <a:r>
              <a:rPr lang="en-US" dirty="0"/>
              <a:t> </a:t>
            </a:r>
            <a:r>
              <a:rPr lang="en-US" dirty="0" err="1"/>
              <a:t>אינו</a:t>
            </a:r>
            <a:r>
              <a:rPr lang="en-US" dirty="0"/>
              <a:t> </a:t>
            </a:r>
            <a:r>
              <a:rPr lang="en-US" dirty="0" err="1"/>
              <a:t>יודע</a:t>
            </a:r>
            <a:r>
              <a:rPr lang="en-US" dirty="0"/>
              <a:t> </a:t>
            </a:r>
            <a:r>
              <a:rPr lang="en-US" dirty="0" err="1"/>
              <a:t>שהוא</a:t>
            </a:r>
            <a:r>
              <a:rPr lang="en-US" dirty="0"/>
              <a:t> </a:t>
            </a:r>
            <a:r>
              <a:rPr lang="en-US" dirty="0" err="1"/>
              <a:t>טועה</a:t>
            </a:r>
            <a:r>
              <a:rPr lang="en-US" dirty="0"/>
              <a:t>; </a:t>
            </a:r>
            <a:r>
              <a:rPr lang="en-US" dirty="0" err="1"/>
              <a:t>ושלישית</a:t>
            </a:r>
            <a:r>
              <a:rPr lang="en-US" dirty="0"/>
              <a:t>, </a:t>
            </a:r>
            <a:r>
              <a:rPr lang="en-US" dirty="0" err="1"/>
              <a:t>המודל</a:t>
            </a:r>
            <a:r>
              <a:rPr lang="en-US" dirty="0"/>
              <a:t> </a:t>
            </a:r>
            <a:r>
              <a:rPr lang="en-US" dirty="0" err="1"/>
              <a:t>לעיתים</a:t>
            </a:r>
            <a:r>
              <a:rPr lang="en-US" dirty="0"/>
              <a:t> "</a:t>
            </a:r>
            <a:r>
              <a:rPr lang="en-US" dirty="0" err="1"/>
              <a:t>ממציא</a:t>
            </a:r>
            <a:r>
              <a:rPr lang="en-US" dirty="0"/>
              <a:t>" </a:t>
            </a:r>
            <a:r>
              <a:rPr lang="en-US" dirty="0" err="1"/>
              <a:t>תשובות</a:t>
            </a:r>
            <a:r>
              <a:rPr lang="en-US" dirty="0"/>
              <a:t> (</a:t>
            </a:r>
            <a:r>
              <a:rPr lang="en-US" dirty="0" err="1"/>
              <a:t>הזיות</a:t>
            </a:r>
            <a:r>
              <a:rPr lang="en-US" dirty="0"/>
              <a:t>) </a:t>
            </a:r>
            <a:r>
              <a:rPr lang="en-US" dirty="0" err="1"/>
              <a:t>בגלל</a:t>
            </a:r>
            <a:r>
              <a:rPr lang="en-US" dirty="0"/>
              <a:t> </a:t>
            </a:r>
            <a:r>
              <a:rPr lang="en-US" dirty="0" err="1"/>
              <a:t>חוסר</a:t>
            </a:r>
            <a:r>
              <a:rPr lang="en-US" dirty="0"/>
              <a:t> </a:t>
            </a:r>
            <a:r>
              <a:rPr lang="en-US" dirty="0" err="1"/>
              <a:t>בנתונים</a:t>
            </a:r>
            <a:r>
              <a:rPr lang="en-US" dirty="0"/>
              <a:t> </a:t>
            </a:r>
            <a:r>
              <a:rPr lang="en-US" dirty="0" err="1"/>
              <a:t>ישירים</a:t>
            </a:r>
            <a:r>
              <a:rPr lang="en-US" dirty="0"/>
              <a:t>, </a:t>
            </a:r>
            <a:r>
              <a:rPr lang="en-US" dirty="0" err="1"/>
              <a:t>מה</a:t>
            </a:r>
            <a:r>
              <a:rPr lang="en-US" dirty="0"/>
              <a:t> </a:t>
            </a:r>
            <a:r>
              <a:rPr lang="en-US" dirty="0" err="1"/>
              <a:t>שמדגיש</a:t>
            </a:r>
            <a:r>
              <a:rPr lang="en-US" dirty="0"/>
              <a:t> </a:t>
            </a:r>
            <a:r>
              <a:rPr lang="en-US" dirty="0" err="1"/>
              <a:t>שוב</a:t>
            </a:r>
            <a:r>
              <a:rPr lang="en-US" dirty="0"/>
              <a:t> </a:t>
            </a:r>
            <a:r>
              <a:rPr lang="en-US" dirty="0" err="1"/>
              <a:t>שהוא</a:t>
            </a:r>
            <a:r>
              <a:rPr lang="en-US" dirty="0"/>
              <a:t> </a:t>
            </a:r>
            <a:r>
              <a:rPr lang="en-US" dirty="0" err="1"/>
              <a:t>מנחש</a:t>
            </a:r>
            <a:r>
              <a:rPr lang="en-US" dirty="0"/>
              <a:t> </a:t>
            </a:r>
            <a:r>
              <a:rPr lang="en-US" dirty="0" err="1"/>
              <a:t>ולא</a:t>
            </a:r>
            <a:r>
              <a:rPr lang="en-US" dirty="0"/>
              <a:t> </a:t>
            </a:r>
            <a:r>
              <a:rPr lang="en-US" dirty="0" err="1"/>
              <a:t>מקיש</a:t>
            </a:r>
            <a:r>
              <a:rPr lang="en-US" dirty="0"/>
              <a:t> </a:t>
            </a:r>
            <a:r>
              <a:rPr lang="en-US" dirty="0" err="1"/>
              <a:t>לוגית</a:t>
            </a:r>
            <a:r>
              <a:rPr lang="en-US" dirty="0"/>
              <a:t>. </a:t>
            </a:r>
            <a:r>
              <a:rPr lang="en-US" dirty="0" err="1"/>
              <a:t>כל</a:t>
            </a:r>
            <a:r>
              <a:rPr lang="en-US" dirty="0"/>
              <a:t> </a:t>
            </a:r>
            <a:r>
              <a:rPr lang="en-US" dirty="0" err="1"/>
              <a:t>אלו</a:t>
            </a:r>
            <a:r>
              <a:rPr lang="en-US" dirty="0"/>
              <a:t> </a:t>
            </a:r>
            <a:r>
              <a:rPr lang="en-US" dirty="0" err="1"/>
              <a:t>יוצרים</a:t>
            </a:r>
            <a:r>
              <a:rPr lang="en-US" dirty="0"/>
              <a:t> </a:t>
            </a:r>
            <a:r>
              <a:rPr lang="en-US" dirty="0" err="1"/>
              <a:t>צורך</a:t>
            </a:r>
            <a:r>
              <a:rPr lang="en-US" dirty="0"/>
              <a:t> </a:t>
            </a:r>
            <a:r>
              <a:rPr lang="en-US" dirty="0" err="1"/>
              <a:t>אמיתי</a:t>
            </a:r>
            <a:r>
              <a:rPr lang="en-US" dirty="0"/>
              <a:t> </a:t>
            </a:r>
            <a:r>
              <a:rPr lang="en-US" dirty="0" err="1"/>
              <a:t>במודעות</a:t>
            </a:r>
            <a:r>
              <a:rPr lang="en-US" dirty="0"/>
              <a:t> </a:t>
            </a:r>
            <a:r>
              <a:rPr lang="en-US" dirty="0" err="1"/>
              <a:t>משתמש</a:t>
            </a:r>
            <a:r>
              <a:rPr lang="en-US" dirty="0"/>
              <a:t>—</a:t>
            </a:r>
            <a:r>
              <a:rPr lang="en-US" dirty="0" err="1"/>
              <a:t>לזהות</a:t>
            </a:r>
            <a:r>
              <a:rPr lang="en-US" dirty="0"/>
              <a:t> </a:t>
            </a:r>
            <a:r>
              <a:rPr lang="en-US" dirty="0" err="1"/>
              <a:t>מתי</a:t>
            </a:r>
            <a:r>
              <a:rPr lang="en-US" dirty="0"/>
              <a:t> </a:t>
            </a:r>
            <a:r>
              <a:rPr lang="en-US" dirty="0" err="1"/>
              <a:t>המודל</a:t>
            </a:r>
            <a:r>
              <a:rPr lang="en-US" dirty="0"/>
              <a:t> </a:t>
            </a:r>
            <a:r>
              <a:rPr lang="en-US" dirty="0" err="1"/>
              <a:t>נשמע</a:t>
            </a:r>
            <a:r>
              <a:rPr lang="en-US" dirty="0"/>
              <a:t> </a:t>
            </a:r>
            <a:r>
              <a:rPr lang="en-US" dirty="0" err="1"/>
              <a:t>בטוח</a:t>
            </a:r>
            <a:r>
              <a:rPr lang="en-US" dirty="0"/>
              <a:t> </a:t>
            </a:r>
            <a:r>
              <a:rPr lang="en-US" dirty="0" err="1"/>
              <a:t>אך</a:t>
            </a:r>
            <a:r>
              <a:rPr lang="en-US" dirty="0"/>
              <a:t> </a:t>
            </a:r>
            <a:r>
              <a:rPr lang="en-US" dirty="0" err="1"/>
              <a:t>למעשה</a:t>
            </a:r>
            <a:r>
              <a:rPr lang="en-US" dirty="0"/>
              <a:t> </a:t>
            </a:r>
            <a:r>
              <a:rPr lang="en-US" dirty="0" err="1"/>
              <a:t>מספק</a:t>
            </a:r>
            <a:r>
              <a:rPr lang="en-US" dirty="0"/>
              <a:t> </a:t>
            </a:r>
            <a:r>
              <a:rPr lang="en-US" dirty="0" err="1"/>
              <a:t>תשובה</a:t>
            </a:r>
            <a:r>
              <a:rPr lang="en-US" dirty="0"/>
              <a:t> </a:t>
            </a:r>
            <a:r>
              <a:rPr lang="en-US" dirty="0" err="1"/>
              <a:t>חסרת</a:t>
            </a:r>
            <a:r>
              <a:rPr lang="en-US" dirty="0"/>
              <a:t> </a:t>
            </a:r>
            <a:r>
              <a:rPr lang="en-US" dirty="0" err="1"/>
              <a:t>בסיס</a:t>
            </a:r>
            <a:r>
              <a:rPr lang="en-US" dirty="0"/>
              <a:t>. </a:t>
            </a:r>
            <a:r>
              <a:rPr lang="en-US" dirty="0" err="1"/>
              <a:t>הבנה</a:t>
            </a:r>
            <a:r>
              <a:rPr lang="en-US" dirty="0"/>
              <a:t> </a:t>
            </a:r>
            <a:r>
              <a:rPr lang="en-US" dirty="0" err="1"/>
              <a:t>זו</a:t>
            </a:r>
            <a:r>
              <a:rPr lang="en-US" dirty="0"/>
              <a:t> </a:t>
            </a:r>
            <a:r>
              <a:rPr lang="en-US" dirty="0" err="1"/>
              <a:t>חיונית</a:t>
            </a:r>
            <a:r>
              <a:rPr lang="en-US" dirty="0"/>
              <a:t> </a:t>
            </a:r>
            <a:r>
              <a:rPr lang="en-US" dirty="0" err="1"/>
              <a:t>במיוחד</a:t>
            </a:r>
            <a:r>
              <a:rPr lang="en-US" dirty="0"/>
              <a:t> </a:t>
            </a:r>
            <a:r>
              <a:rPr lang="en-US" dirty="0" err="1"/>
              <a:t>לדור</a:t>
            </a:r>
            <a:r>
              <a:rPr lang="en-US" dirty="0"/>
              <a:t> </a:t>
            </a:r>
            <a:r>
              <a:rPr lang="en-US" dirty="0" err="1"/>
              <a:t>צעיר</a:t>
            </a:r>
            <a:r>
              <a:rPr lang="en-US" dirty="0"/>
              <a:t> </a:t>
            </a:r>
            <a:r>
              <a:rPr lang="en-US" dirty="0" err="1"/>
              <a:t>שעובד</a:t>
            </a:r>
            <a:r>
              <a:rPr lang="en-US" dirty="0"/>
              <a:t> </a:t>
            </a:r>
            <a:r>
              <a:rPr lang="en-US" dirty="0" err="1"/>
              <a:t>עם</a:t>
            </a:r>
            <a:r>
              <a:rPr lang="en-US" dirty="0"/>
              <a:t> AI </a:t>
            </a:r>
            <a:r>
              <a:rPr lang="en-US" dirty="0" err="1"/>
              <a:t>כשותף</a:t>
            </a:r>
            <a:r>
              <a:rPr lang="en-US" dirty="0"/>
              <a:t> </a:t>
            </a:r>
            <a:r>
              <a:rPr lang="en-US" dirty="0" err="1"/>
              <a:t>ליצירה</a:t>
            </a:r>
            <a:r>
              <a:rPr lang="en-US" dirty="0"/>
              <a:t>, </a:t>
            </a:r>
            <a:r>
              <a:rPr lang="en-US" dirty="0" err="1"/>
              <a:t>כדי</a:t>
            </a:r>
            <a:r>
              <a:rPr lang="en-US" dirty="0"/>
              <a:t> </a:t>
            </a:r>
            <a:r>
              <a:rPr lang="en-US" dirty="0" err="1"/>
              <a:t>שלא</a:t>
            </a:r>
            <a:r>
              <a:rPr lang="en-US" dirty="0"/>
              <a:t> </a:t>
            </a:r>
            <a:r>
              <a:rPr lang="en-US" dirty="0" err="1"/>
              <a:t>יקבלו</a:t>
            </a:r>
            <a:r>
              <a:rPr lang="en-US" dirty="0"/>
              <a:t> </a:t>
            </a:r>
            <a:r>
              <a:rPr lang="en-US" dirty="0" err="1"/>
              <a:t>כל</a:t>
            </a:r>
            <a:r>
              <a:rPr lang="en-US" dirty="0"/>
              <a:t> </a:t>
            </a:r>
            <a:r>
              <a:rPr lang="en-US" dirty="0" err="1"/>
              <a:t>תשובה</a:t>
            </a:r>
            <a:r>
              <a:rPr lang="en-US" dirty="0"/>
              <a:t> </a:t>
            </a:r>
            <a:r>
              <a:rPr lang="en-US" dirty="0" err="1"/>
              <a:t>כמובנת</a:t>
            </a:r>
            <a:r>
              <a:rPr lang="en-US" dirty="0"/>
              <a:t> </a:t>
            </a:r>
            <a:r>
              <a:rPr lang="en-US" dirty="0" err="1"/>
              <a:t>מאליה</a:t>
            </a:r>
            <a:r>
              <a:rPr lang="en-US" dirty="0"/>
              <a:t> </a:t>
            </a:r>
            <a:r>
              <a:rPr lang="en-US" dirty="0" err="1"/>
              <a:t>רק</a:t>
            </a:r>
            <a:r>
              <a:rPr lang="en-US" dirty="0"/>
              <a:t> </a:t>
            </a:r>
            <a:r>
              <a:rPr lang="en-US" dirty="0" err="1"/>
              <a:t>מפני</a:t>
            </a:r>
            <a:r>
              <a:rPr lang="en-US" dirty="0"/>
              <a:t> </a:t>
            </a:r>
            <a:r>
              <a:rPr lang="en-US" dirty="0" err="1"/>
              <a:t>שהיא</a:t>
            </a:r>
            <a:r>
              <a:rPr lang="en-US" dirty="0"/>
              <a:t> </a:t>
            </a:r>
            <a:r>
              <a:rPr lang="en-US" dirty="0" err="1"/>
              <a:t>נשמעת</a:t>
            </a:r>
            <a:r>
              <a:rPr lang="en-US" dirty="0"/>
              <a:t> </a:t>
            </a:r>
            <a:r>
              <a:rPr lang="en-US" dirty="0" err="1"/>
              <a:t>חלקה</a:t>
            </a:r>
            <a:r>
              <a:rPr lang="en-US" dirty="0"/>
              <a:t> </a:t>
            </a:r>
            <a:r>
              <a:rPr lang="en-US" dirty="0" err="1"/>
              <a:t>וברורה</a:t>
            </a:r>
            <a:r>
              <a:rPr lang="en-US" dirty="0"/>
              <a:t>.</a:t>
            </a:r>
          </a:p>
        </p:txBody>
      </p:sp>
      <p:sp>
        <p:nvSpPr>
          <p:cNvPr id="4" name="Slide Number Placeholder 3"/>
          <p:cNvSpPr>
            <a:spLocks noGrp="1"/>
          </p:cNvSpPr>
          <p:nvPr>
            <p:ph type="sldNum" sz="quarter" idx="5"/>
          </p:nvPr>
        </p:nvSpPr>
        <p:spPr/>
        <p:txBody>
          <a:bodyPr/>
          <a:lstStyle/>
          <a:p>
            <a:fld id="{D3CEACF0-3AD7-43B6-8406-AD06C700AF8A}" type="slidenum">
              <a:t>3</a:t>
            </a:fld>
            <a:endParaRPr lang="en-US"/>
          </a:p>
        </p:txBody>
      </p:sp>
    </p:spTree>
    <p:extLst>
      <p:ext uri="{BB962C8B-B14F-4D97-AF65-F5344CB8AC3E}">
        <p14:creationId xmlns:p14="http://schemas.microsoft.com/office/powerpoint/2010/main" val="25574130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למרות שאין למודל AI הבנה אמיתית, הוא מצליח לייצר תחושה חזקה של אינטליגנציה ושיח טבעי. הסיבה הראשונה לתחושה זו היא היכולת של המודל לזהות דפוסים מורכבים בצורה עקבית מאוד — הוא יודע לחקות סגנונות, טון דיבור ומבנים שפתיים ברמה שמזכירה אינטראקציה בין שני אנשים. הדבר דומה לאמן חיקויים שמדבר כמו פוליטיקאי או כוכב קולנוע, מבלי להיות הדמות עצמה. סיבה נוספת היא הנפח העצום של הטקסט שהמודלים נחשפים אליו: מאגר מידע כה גדול יוצר רושם כאילו הם "זוכרים הכול" או יודעים הכול, כאשר בפועל הם רק מתאימים רצפים מוכרים למצבים חדשים. בנוסף, היכולת להחזיר תשובות מהירות וחלקות ללא היסוס תורמת לאשליית ה"חכמה" — המוח האנושי נוטה לפרש ביטחון כידע. יתרה מכך, חלק מהמודלים מאומנים במפורש להיות מנומסים, עקביים ומסבירים את עצמם היטב, מה שמגביר עוד יותר את תחושת האמינות. עם זאת, ברגע שמציגים למודל מידע מבלבל, שאלה טריקית או מצב חדש ללא הקשר מספיק, הוא עלול לייצר טעות שנשמעת אמינה אך רחוקה מהאמת. תופעה זו, המכונה "הזיה", מוכיחה עד כמה ההתנהגות היא דפוסית ולא תבונית. באופן פרדוקסלי, דווקא היכולת של המודל לשחק היטב את תפקיד ה"מבין" היא שמטעה אותנו לחשוב שהוא אכן מבין, ולכן חשוב ללמד משתמשים צעירים לחשוד גם בתשובות ה"מושלמות" ביותר. הבנה זו עוזרת לבנות יחס בריא ומודע — להשתמש בטכנולוגיה כאמצעי ולא כמצפן לחשיבה עצמאית.</a:t>
            </a:r>
          </a:p>
        </p:txBody>
      </p:sp>
      <p:sp>
        <p:nvSpPr>
          <p:cNvPr id="4" name="Slide Number Placeholder 3"/>
          <p:cNvSpPr>
            <a:spLocks noGrp="1"/>
          </p:cNvSpPr>
          <p:nvPr>
            <p:ph type="sldNum" sz="quarter" idx="5"/>
          </p:nvPr>
        </p:nvSpPr>
        <p:spPr/>
        <p:txBody>
          <a:bodyPr/>
          <a:lstStyle/>
          <a:p>
            <a:fld id="{D3CEACF0-3AD7-43B6-8406-AD06C700AF8A}" type="slidenum">
              <a:t>4</a:t>
            </a:fld>
            <a:endParaRPr lang="en-US"/>
          </a:p>
        </p:txBody>
      </p:sp>
    </p:spTree>
    <p:extLst>
      <p:ext uri="{BB962C8B-B14F-4D97-AF65-F5344CB8AC3E}">
        <p14:creationId xmlns:p14="http://schemas.microsoft.com/office/powerpoint/2010/main" val="8869433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מעבר משפה מחשבית לשפה טבעית, מה באמת חשוב בעידן החדש</a:t>
            </a:r>
          </a:p>
        </p:txBody>
      </p:sp>
      <p:sp>
        <p:nvSpPr>
          <p:cNvPr id="4" name="Slide Number Placeholder 3"/>
          <p:cNvSpPr>
            <a:spLocks noGrp="1"/>
          </p:cNvSpPr>
          <p:nvPr>
            <p:ph type="sldNum" sz="quarter" idx="5"/>
          </p:nvPr>
        </p:nvSpPr>
        <p:spPr/>
        <p:txBody>
          <a:bodyPr/>
          <a:lstStyle/>
          <a:p>
            <a:fld id="{D3CEACF0-3AD7-43B6-8406-AD06C700AF8A}" type="slidenum">
              <a:t>5</a:t>
            </a:fld>
            <a:endParaRPr lang="en-US"/>
          </a:p>
        </p:txBody>
      </p:sp>
    </p:spTree>
    <p:extLst>
      <p:ext uri="{BB962C8B-B14F-4D97-AF65-F5344CB8AC3E}">
        <p14:creationId xmlns:p14="http://schemas.microsoft.com/office/powerpoint/2010/main" val="1678605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בעוד שבעבר תכנות דרש שפה נוקשה ומדויקת, Vibe Coding מאפשר למשתמשים לתאר כוונות במקום הוראות טכניות. זהו שינוי שמפנה את היצירתיות למרכז, משום שהמחשב מקבל את תפקיד המתרגם הפועל מאחורי הקלעים. החופש הזה פותח דלתות עבור אנשים שלא למדו קוד פורמלי אך יודעים לבטא רעיונות. לדוגמה, במקום להגדיר כפתור בדיוק של צבע, גודל ובונה פונקציה, ניתן לומר: "תעשה לי כפתור אדום שירגיש דרמטי" — והמערכת תסיק פרמטרים מתאימים. המעבר הזה מדגיש את הערך של ניסוח בהיר וחשיבה יצירתית, ומקטין את חשיבות הידע הטכני המדויק. חשוב להבין שהיכולת לתרגם כוונה לשפה מכונתית נשענת על ההבנה הסטטיסטית של המודל לגבי סגנונות, תבניות והקשרים, ולכן ניסוחים עשויים להשפיע עמוקות על התוצאה. יש כאן גם הזדמנות חינוכית: ללמד תהליך חשיבה שמתחיל ברעיון ומתקדם על בסיס משוב. המודל מחזיר פרשנות ראשונית, והיוצר מדייק את ה‑Vibe עד שהפתרון מרגיש נכון. זהו תהליך איטרטיבי שמזכיר עבודה עם מעצב או שותף יצירתי. השינוי הזה גם מנרמל טעויות — אין "סינטקס שגוי", יש פשוט כוונה לא מדויקת. עבור צעירים, זה משחרר מאוד ומאפשר להם להעז, לנסות וליצור בלי פחד להתפדח. בסופו של דבר, Vibe Coding הוא פחות על כתיבת קוד ויותר על עיצוב חוויה, על שיחה יצירתית עם המחשב ועל למידה דרך ניסוי וטעייה.</a:t>
            </a:r>
          </a:p>
        </p:txBody>
      </p:sp>
      <p:sp>
        <p:nvSpPr>
          <p:cNvPr id="4" name="Slide Number Placeholder 3"/>
          <p:cNvSpPr>
            <a:spLocks noGrp="1"/>
          </p:cNvSpPr>
          <p:nvPr>
            <p:ph type="sldNum" sz="quarter" idx="5"/>
          </p:nvPr>
        </p:nvSpPr>
        <p:spPr/>
        <p:txBody>
          <a:bodyPr/>
          <a:lstStyle/>
          <a:p>
            <a:fld id="{D3CEACF0-3AD7-43B6-8406-AD06C700AF8A}" type="slidenum">
              <a:t>6</a:t>
            </a:fld>
            <a:endParaRPr lang="en-US"/>
          </a:p>
        </p:txBody>
      </p:sp>
    </p:spTree>
    <p:extLst>
      <p:ext uri="{BB962C8B-B14F-4D97-AF65-F5344CB8AC3E}">
        <p14:creationId xmlns:p14="http://schemas.microsoft.com/office/powerpoint/2010/main" val="41296819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בעידן שבו המחשב מסוגל לייצר קוד, עיצוב ותוכן כמעט בלחיצת כפתור, היכולות שבאמת הופכות אדם למצטיין משתנות. היכולת הטכנית לכתוב קוד מדויק מאפס כבר אינה הדבר המרכזי — במקום זאת, הכישורים החשובים הם: חשיבה יצירתית, יכולת לנסח היטב כוונה, הבנת בני אדם וההקשרים שלהם, ויכולת ביקורתית להעריך את התוצר שהמחשב מייצר. אנשים שמצטיינים בהגדרת בעיות, בראייה מערכתית, בהבנת חוויית משתמש ובבחירה מושכלת של ערכים יובילו את השיח. בנוסף, עולה חשיבותה של היכולת לעבוד בממשק אדם‑מכונה: לדעת כיצד להנחות, לחדד, לתקן ולשפר את המודל תוך כדי תנועה. כל אלו דורשים מיומנויות רכות יותר, כמו אמפתיה, גמישות מחשבתית ויכולת להסתכל על רעיון מכמה זוויות. צעירים שנכנסים לעולם הזה מגלים במהירות שהיכולת של המחשב ליצור תוצרים אינה מפחיתה מערכם — להפך, היא מחייבת אותם להיות אנושיים יותר. כעת הייחודיות נמדדת לא במהירות ההקלדה או בזיכרון של ספריות קוד, אלא באומץ להעלות רעיון חדש, בנכונות לשאול שאלות טובות וביכולת לזהות מתי הפתרון "מרגיש נכון". זהו שינוי עוצמתי: המחשב הופך להיות מבצע, ואנחנו — המכוונים. וככל שהטכנולוגיה משתפרת, כך מתברר שהתפקיד האנושי רק הולך ומעמיק, במיוחד במקומות שבהם נדרש שיקול מוסרי, יצירתיות עמוקה והבנה של בני אדם.</a:t>
            </a:r>
          </a:p>
        </p:txBody>
      </p:sp>
      <p:sp>
        <p:nvSpPr>
          <p:cNvPr id="4" name="Slide Number Placeholder 3"/>
          <p:cNvSpPr>
            <a:spLocks noGrp="1"/>
          </p:cNvSpPr>
          <p:nvPr>
            <p:ph type="sldNum" sz="quarter" idx="5"/>
          </p:nvPr>
        </p:nvSpPr>
        <p:spPr/>
        <p:txBody>
          <a:bodyPr/>
          <a:lstStyle/>
          <a:p>
            <a:fld id="{D3CEACF0-3AD7-43B6-8406-AD06C700AF8A}" type="slidenum">
              <a:t>7</a:t>
            </a:fld>
            <a:endParaRPr lang="en-US"/>
          </a:p>
        </p:txBody>
      </p:sp>
    </p:spTree>
    <p:extLst>
      <p:ext uri="{BB962C8B-B14F-4D97-AF65-F5344CB8AC3E}">
        <p14:creationId xmlns:p14="http://schemas.microsoft.com/office/powerpoint/2010/main" val="40247162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בניית מוצר חי בזמן אמת</a:t>
            </a:r>
          </a:p>
        </p:txBody>
      </p:sp>
      <p:sp>
        <p:nvSpPr>
          <p:cNvPr id="4" name="Slide Number Placeholder 3"/>
          <p:cNvSpPr>
            <a:spLocks noGrp="1"/>
          </p:cNvSpPr>
          <p:nvPr>
            <p:ph type="sldNum" sz="quarter" idx="5"/>
          </p:nvPr>
        </p:nvSpPr>
        <p:spPr/>
        <p:txBody>
          <a:bodyPr/>
          <a:lstStyle/>
          <a:p>
            <a:fld id="{D3CEACF0-3AD7-43B6-8406-AD06C700AF8A}" type="slidenum">
              <a:t>8</a:t>
            </a:fld>
            <a:endParaRPr lang="en-US"/>
          </a:p>
        </p:txBody>
      </p:sp>
    </p:spTree>
    <p:extLst>
      <p:ext uri="{BB962C8B-B14F-4D97-AF65-F5344CB8AC3E}">
        <p14:creationId xmlns:p14="http://schemas.microsoft.com/office/powerpoint/2010/main" val="31968432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en-US" dirty="0" err="1"/>
              <a:t>יצירה</a:t>
            </a:r>
            <a:r>
              <a:rPr lang="en-US" dirty="0"/>
              <a:t> </a:t>
            </a:r>
            <a:r>
              <a:rPr lang="en-US" dirty="0" err="1"/>
              <a:t>בלייב</a:t>
            </a:r>
            <a:r>
              <a:rPr lang="en-US" dirty="0"/>
              <a:t> </a:t>
            </a:r>
            <a:r>
              <a:rPr lang="en-US" dirty="0" err="1"/>
              <a:t>עם</a:t>
            </a:r>
            <a:r>
              <a:rPr lang="en-US" dirty="0"/>
              <a:t> </a:t>
            </a:r>
            <a:r>
              <a:rPr lang="en-US" dirty="0" err="1"/>
              <a:t>קהל</a:t>
            </a:r>
            <a:r>
              <a:rPr lang="en-US" dirty="0"/>
              <a:t>, </a:t>
            </a:r>
            <a:r>
              <a:rPr lang="en-US" dirty="0" err="1"/>
              <a:t>במיוחד</a:t>
            </a:r>
            <a:r>
              <a:rPr lang="en-US" dirty="0"/>
              <a:t> </a:t>
            </a:r>
            <a:r>
              <a:rPr lang="en-US" dirty="0" err="1"/>
              <a:t>במסגרת</a:t>
            </a:r>
            <a:r>
              <a:rPr lang="en-US" dirty="0"/>
              <a:t> </a:t>
            </a:r>
            <a:r>
              <a:rPr lang="en-US" dirty="0" err="1"/>
              <a:t>חינוכית</a:t>
            </a:r>
            <a:r>
              <a:rPr lang="en-US" dirty="0"/>
              <a:t> </a:t>
            </a:r>
            <a:r>
              <a:rPr lang="en-US" dirty="0" err="1"/>
              <a:t>או</a:t>
            </a:r>
            <a:r>
              <a:rPr lang="en-US" dirty="0"/>
              <a:t> </a:t>
            </a:r>
            <a:r>
              <a:rPr lang="en-US" dirty="0" err="1"/>
              <a:t>חברתית</a:t>
            </a:r>
            <a:r>
              <a:rPr lang="en-US" dirty="0"/>
              <a:t>, </a:t>
            </a:r>
            <a:r>
              <a:rPr lang="en-US" dirty="0" err="1"/>
              <a:t>יוצרת</a:t>
            </a:r>
            <a:r>
              <a:rPr lang="en-US" dirty="0"/>
              <a:t> </a:t>
            </a:r>
            <a:r>
              <a:rPr lang="en-US" dirty="0" err="1"/>
              <a:t>חוויה</a:t>
            </a:r>
            <a:r>
              <a:rPr lang="en-US" dirty="0"/>
              <a:t> </a:t>
            </a:r>
            <a:r>
              <a:rPr lang="en-US" dirty="0" err="1"/>
              <a:t>שמערבת</a:t>
            </a:r>
            <a:r>
              <a:rPr lang="en-US" dirty="0"/>
              <a:t> </a:t>
            </a:r>
            <a:r>
              <a:rPr lang="en-US" dirty="0" err="1"/>
              <a:t>את</a:t>
            </a:r>
            <a:r>
              <a:rPr lang="en-US" dirty="0"/>
              <a:t> </a:t>
            </a:r>
            <a:r>
              <a:rPr lang="en-US" dirty="0" err="1"/>
              <a:t>המשתתפים</a:t>
            </a:r>
            <a:r>
              <a:rPr lang="en-US" dirty="0"/>
              <a:t> </a:t>
            </a:r>
            <a:r>
              <a:rPr lang="en-US" dirty="0" err="1"/>
              <a:t>ברמה</a:t>
            </a:r>
            <a:r>
              <a:rPr lang="en-US" dirty="0"/>
              <a:t> </a:t>
            </a:r>
            <a:r>
              <a:rPr lang="en-US" dirty="0" err="1"/>
              <a:t>רגשית</a:t>
            </a:r>
            <a:r>
              <a:rPr lang="en-US" dirty="0"/>
              <a:t> </a:t>
            </a:r>
            <a:r>
              <a:rPr lang="en-US" dirty="0" err="1"/>
              <a:t>ואינטלקטואלית</a:t>
            </a:r>
            <a:r>
              <a:rPr lang="en-US" dirty="0"/>
              <a:t>. </a:t>
            </a:r>
            <a:r>
              <a:rPr lang="en-US" dirty="0" err="1"/>
              <a:t>כאשר</a:t>
            </a:r>
            <a:r>
              <a:rPr lang="en-US" dirty="0"/>
              <a:t> </a:t>
            </a:r>
            <a:r>
              <a:rPr lang="en-US" dirty="0" err="1"/>
              <a:t>בונים</a:t>
            </a:r>
            <a:r>
              <a:rPr lang="en-US" dirty="0"/>
              <a:t> </a:t>
            </a:r>
            <a:r>
              <a:rPr lang="en-US" dirty="0" err="1"/>
              <a:t>מוצר</a:t>
            </a:r>
            <a:r>
              <a:rPr lang="en-US" dirty="0"/>
              <a:t> </a:t>
            </a:r>
            <a:r>
              <a:rPr lang="en-US" dirty="0" err="1"/>
              <a:t>בזמן</a:t>
            </a:r>
            <a:r>
              <a:rPr lang="en-US" dirty="0"/>
              <a:t> </a:t>
            </a:r>
            <a:r>
              <a:rPr lang="en-US" dirty="0" err="1"/>
              <a:t>אמת</a:t>
            </a:r>
            <a:r>
              <a:rPr lang="en-US" dirty="0"/>
              <a:t> </a:t>
            </a:r>
            <a:r>
              <a:rPr lang="en-US" dirty="0" err="1"/>
              <a:t>באמצעות</a:t>
            </a:r>
            <a:r>
              <a:rPr lang="en-US" dirty="0"/>
              <a:t> </a:t>
            </a:r>
            <a:r>
              <a:rPr lang="en-US" dirty="0" err="1"/>
              <a:t>כלי</a:t>
            </a:r>
            <a:r>
              <a:rPr lang="en-US" dirty="0"/>
              <a:t> AI </a:t>
            </a:r>
            <a:r>
              <a:rPr lang="en-US" dirty="0" err="1"/>
              <a:t>כמו</a:t>
            </a:r>
            <a:r>
              <a:rPr lang="en-US" dirty="0"/>
              <a:t> Cursor </a:t>
            </a:r>
            <a:r>
              <a:rPr lang="en-US" dirty="0" err="1"/>
              <a:t>או</a:t>
            </a:r>
            <a:r>
              <a:rPr lang="en-US" dirty="0"/>
              <a:t> </a:t>
            </a:r>
            <a:r>
              <a:rPr lang="en-US" dirty="0" err="1"/>
              <a:t>Replit</a:t>
            </a:r>
            <a:r>
              <a:rPr lang="en-US" dirty="0"/>
              <a:t>, </a:t>
            </a:r>
            <a:r>
              <a:rPr lang="en-US" dirty="0" err="1"/>
              <a:t>הקהל</a:t>
            </a:r>
            <a:r>
              <a:rPr lang="en-US" dirty="0"/>
              <a:t> </a:t>
            </a:r>
            <a:r>
              <a:rPr lang="en-US" dirty="0" err="1"/>
              <a:t>רואה</a:t>
            </a:r>
            <a:r>
              <a:rPr lang="en-US" dirty="0"/>
              <a:t> </a:t>
            </a:r>
            <a:r>
              <a:rPr lang="en-US" dirty="0" err="1"/>
              <a:t>באופן</a:t>
            </a:r>
            <a:r>
              <a:rPr lang="en-US" dirty="0"/>
              <a:t> </a:t>
            </a:r>
            <a:r>
              <a:rPr lang="en-US" dirty="0" err="1"/>
              <a:t>מוחשי</a:t>
            </a:r>
            <a:r>
              <a:rPr lang="en-US" dirty="0"/>
              <a:t> </a:t>
            </a:r>
            <a:r>
              <a:rPr lang="en-US" dirty="0" err="1"/>
              <a:t>איך</a:t>
            </a:r>
            <a:r>
              <a:rPr lang="en-US" dirty="0"/>
              <a:t> </a:t>
            </a:r>
            <a:r>
              <a:rPr lang="en-US" dirty="0" err="1"/>
              <a:t>רעיון</a:t>
            </a:r>
            <a:r>
              <a:rPr lang="en-US" dirty="0"/>
              <a:t> </a:t>
            </a:r>
            <a:r>
              <a:rPr lang="en-US" dirty="0" err="1"/>
              <a:t>הופך</a:t>
            </a:r>
            <a:r>
              <a:rPr lang="en-US" dirty="0"/>
              <a:t> </a:t>
            </a:r>
            <a:r>
              <a:rPr lang="en-US" dirty="0" err="1"/>
              <a:t>למציאות</a:t>
            </a:r>
            <a:r>
              <a:rPr lang="en-US" dirty="0"/>
              <a:t> </a:t>
            </a:r>
            <a:r>
              <a:rPr lang="en-US" dirty="0" err="1"/>
              <a:t>תוך</a:t>
            </a:r>
            <a:r>
              <a:rPr lang="en-US" dirty="0"/>
              <a:t> </a:t>
            </a:r>
            <a:r>
              <a:rPr lang="en-US" dirty="0" err="1"/>
              <a:t>דקות</a:t>
            </a:r>
            <a:r>
              <a:rPr lang="en-US" dirty="0"/>
              <a:t>. </a:t>
            </a:r>
            <a:r>
              <a:rPr lang="en-US" dirty="0" err="1"/>
              <a:t>השלב</a:t>
            </a:r>
            <a:r>
              <a:rPr lang="en-US" dirty="0"/>
              <a:t> </a:t>
            </a:r>
            <a:r>
              <a:rPr lang="en-US" dirty="0" err="1"/>
              <a:t>הראשון</a:t>
            </a:r>
            <a:r>
              <a:rPr lang="en-US" dirty="0"/>
              <a:t> </a:t>
            </a:r>
            <a:r>
              <a:rPr lang="en-US" dirty="0" err="1"/>
              <a:t>כולל</a:t>
            </a:r>
            <a:r>
              <a:rPr lang="en-US" dirty="0"/>
              <a:t> </a:t>
            </a:r>
            <a:r>
              <a:rPr lang="en-US" dirty="0" err="1"/>
              <a:t>בחירת</a:t>
            </a:r>
            <a:r>
              <a:rPr lang="en-US" dirty="0"/>
              <a:t> </a:t>
            </a:r>
            <a:r>
              <a:rPr lang="en-US" dirty="0" err="1"/>
              <a:t>משימה</a:t>
            </a:r>
            <a:r>
              <a:rPr lang="en-US" dirty="0"/>
              <a:t> </a:t>
            </a:r>
            <a:r>
              <a:rPr lang="en-US" dirty="0" err="1"/>
              <a:t>שמחוברת</a:t>
            </a:r>
            <a:r>
              <a:rPr lang="en-US" dirty="0"/>
              <a:t> </a:t>
            </a:r>
            <a:r>
              <a:rPr lang="en-US" dirty="0" err="1"/>
              <a:t>לעולמם</a:t>
            </a:r>
            <a:r>
              <a:rPr lang="en-US" dirty="0"/>
              <a:t>: </a:t>
            </a:r>
            <a:r>
              <a:rPr lang="en-US" dirty="0" err="1"/>
              <a:t>אפליקציה</a:t>
            </a:r>
            <a:r>
              <a:rPr lang="en-US" dirty="0"/>
              <a:t> </a:t>
            </a:r>
            <a:r>
              <a:rPr lang="en-US" dirty="0" err="1"/>
              <a:t>לערכי</a:t>
            </a:r>
            <a:r>
              <a:rPr lang="en-US" dirty="0"/>
              <a:t> </a:t>
            </a:r>
            <a:r>
              <a:rPr lang="en-US" dirty="0" err="1"/>
              <a:t>מכינה</a:t>
            </a:r>
            <a:r>
              <a:rPr lang="en-US" dirty="0"/>
              <a:t>, </a:t>
            </a:r>
            <a:r>
              <a:rPr lang="en-US" dirty="0" err="1"/>
              <a:t>בוט</a:t>
            </a:r>
            <a:r>
              <a:rPr lang="en-US" dirty="0"/>
              <a:t> </a:t>
            </a:r>
            <a:r>
              <a:rPr lang="en-US" dirty="0" err="1"/>
              <a:t>פילוסופי</a:t>
            </a:r>
            <a:r>
              <a:rPr lang="en-US" dirty="0"/>
              <a:t> </a:t>
            </a:r>
            <a:r>
              <a:rPr lang="en-US" dirty="0" err="1"/>
              <a:t>שמאתגר</a:t>
            </a:r>
            <a:r>
              <a:rPr lang="en-US" dirty="0"/>
              <a:t> </a:t>
            </a:r>
            <a:r>
              <a:rPr lang="en-US" dirty="0" err="1"/>
              <a:t>שאלות</a:t>
            </a:r>
            <a:r>
              <a:rPr lang="en-US" dirty="0"/>
              <a:t> </a:t>
            </a:r>
            <a:r>
              <a:rPr lang="en-US" dirty="0" err="1"/>
              <a:t>זהות</a:t>
            </a:r>
            <a:r>
              <a:rPr lang="en-US" dirty="0"/>
              <a:t> </a:t>
            </a:r>
            <a:r>
              <a:rPr lang="en-US" dirty="0" err="1"/>
              <a:t>או</a:t>
            </a:r>
            <a:r>
              <a:rPr lang="en-US" dirty="0"/>
              <a:t> </a:t>
            </a:r>
            <a:r>
              <a:rPr lang="en-US" dirty="0" err="1"/>
              <a:t>כלי</a:t>
            </a:r>
            <a:r>
              <a:rPr lang="en-US" dirty="0"/>
              <a:t> </a:t>
            </a:r>
            <a:r>
              <a:rPr lang="en-US" dirty="0" err="1"/>
              <a:t>שמייצר</a:t>
            </a:r>
            <a:r>
              <a:rPr lang="en-US" dirty="0"/>
              <a:t> </a:t>
            </a:r>
            <a:r>
              <a:rPr lang="en-US" dirty="0" err="1"/>
              <a:t>דיון</a:t>
            </a:r>
            <a:r>
              <a:rPr lang="en-US" dirty="0"/>
              <a:t> </a:t>
            </a:r>
            <a:r>
              <a:rPr lang="en-US" dirty="0" err="1"/>
              <a:t>על</a:t>
            </a:r>
            <a:r>
              <a:rPr lang="en-US" dirty="0"/>
              <a:t> </a:t>
            </a:r>
            <a:r>
              <a:rPr lang="en-US" dirty="0" err="1"/>
              <a:t>טקסט</a:t>
            </a:r>
            <a:r>
              <a:rPr lang="en-US" dirty="0"/>
              <a:t>. </a:t>
            </a:r>
            <a:r>
              <a:rPr lang="en-US" dirty="0" err="1"/>
              <a:t>ברגע</a:t>
            </a:r>
            <a:r>
              <a:rPr lang="en-US" dirty="0"/>
              <a:t> </a:t>
            </a:r>
            <a:r>
              <a:rPr lang="en-US" dirty="0" err="1"/>
              <a:t>שהמשימה</a:t>
            </a:r>
            <a:r>
              <a:rPr lang="en-US" dirty="0"/>
              <a:t> </a:t>
            </a:r>
            <a:r>
              <a:rPr lang="en-US" dirty="0" err="1"/>
              <a:t>נבחרת</a:t>
            </a:r>
            <a:r>
              <a:rPr lang="en-US" dirty="0"/>
              <a:t>, </a:t>
            </a:r>
            <a:r>
              <a:rPr lang="en-US" dirty="0" err="1"/>
              <a:t>מתחיל</a:t>
            </a:r>
            <a:r>
              <a:rPr lang="en-US" dirty="0"/>
              <a:t> </a:t>
            </a:r>
            <a:r>
              <a:rPr lang="en-US" dirty="0" err="1"/>
              <a:t>שלב</a:t>
            </a:r>
            <a:r>
              <a:rPr lang="en-US" dirty="0"/>
              <a:t> ה‑Vibe: </a:t>
            </a:r>
            <a:r>
              <a:rPr lang="en-US" dirty="0" err="1"/>
              <a:t>ניסוח</a:t>
            </a:r>
            <a:r>
              <a:rPr lang="en-US" dirty="0"/>
              <a:t> </a:t>
            </a:r>
            <a:r>
              <a:rPr lang="en-US" dirty="0" err="1"/>
              <a:t>פתוח</a:t>
            </a:r>
            <a:r>
              <a:rPr lang="en-US" dirty="0"/>
              <a:t>, </a:t>
            </a:r>
            <a:r>
              <a:rPr lang="en-US" dirty="0" err="1"/>
              <a:t>לעיתים</a:t>
            </a:r>
            <a:r>
              <a:rPr lang="en-US" dirty="0"/>
              <a:t> </a:t>
            </a:r>
            <a:r>
              <a:rPr lang="en-US" dirty="0" err="1"/>
              <a:t>מצחיק</a:t>
            </a:r>
            <a:r>
              <a:rPr lang="en-US" dirty="0"/>
              <a:t> </a:t>
            </a:r>
            <a:r>
              <a:rPr lang="en-US" dirty="0" err="1"/>
              <a:t>ולעיתים</a:t>
            </a:r>
            <a:r>
              <a:rPr lang="en-US" dirty="0"/>
              <a:t> </a:t>
            </a:r>
            <a:r>
              <a:rPr lang="en-US" dirty="0" err="1"/>
              <a:t>חצוף</a:t>
            </a:r>
            <a:r>
              <a:rPr lang="en-US" dirty="0"/>
              <a:t>, </a:t>
            </a:r>
            <a:r>
              <a:rPr lang="en-US" dirty="0" err="1"/>
              <a:t>שמזמין</a:t>
            </a:r>
            <a:r>
              <a:rPr lang="en-US" dirty="0"/>
              <a:t> </a:t>
            </a:r>
            <a:r>
              <a:rPr lang="en-US" dirty="0" err="1"/>
              <a:t>את</a:t>
            </a:r>
            <a:r>
              <a:rPr lang="en-US" dirty="0"/>
              <a:t> </a:t>
            </a:r>
            <a:r>
              <a:rPr lang="en-US" dirty="0" err="1"/>
              <a:t>המודל</a:t>
            </a:r>
            <a:r>
              <a:rPr lang="en-US" dirty="0"/>
              <a:t> </a:t>
            </a:r>
            <a:r>
              <a:rPr lang="en-US" dirty="0" err="1"/>
              <a:t>לייצר</a:t>
            </a:r>
            <a:r>
              <a:rPr lang="en-US" dirty="0"/>
              <a:t> </a:t>
            </a:r>
            <a:r>
              <a:rPr lang="en-US" dirty="0" err="1"/>
              <a:t>גרסה</a:t>
            </a:r>
            <a:r>
              <a:rPr lang="en-US" dirty="0"/>
              <a:t> </a:t>
            </a:r>
            <a:r>
              <a:rPr lang="en-US" dirty="0" err="1"/>
              <a:t>ראשונית</a:t>
            </a:r>
            <a:r>
              <a:rPr lang="en-US" dirty="0"/>
              <a:t>. </a:t>
            </a:r>
            <a:r>
              <a:rPr lang="en-US" dirty="0" err="1"/>
              <a:t>כאן</a:t>
            </a:r>
            <a:r>
              <a:rPr lang="en-US" dirty="0"/>
              <a:t> </a:t>
            </a:r>
            <a:r>
              <a:rPr lang="en-US" dirty="0" err="1"/>
              <a:t>הקהל</a:t>
            </a:r>
            <a:r>
              <a:rPr lang="en-US" dirty="0"/>
              <a:t> </a:t>
            </a:r>
            <a:r>
              <a:rPr lang="en-US" dirty="0" err="1"/>
              <a:t>לומד</a:t>
            </a:r>
            <a:r>
              <a:rPr lang="en-US" dirty="0"/>
              <a:t> </a:t>
            </a:r>
            <a:r>
              <a:rPr lang="en-US" dirty="0" err="1"/>
              <a:t>איך</a:t>
            </a:r>
            <a:r>
              <a:rPr lang="en-US" dirty="0"/>
              <a:t> </a:t>
            </a:r>
            <a:r>
              <a:rPr lang="en-US" dirty="0" err="1"/>
              <a:t>שפה</a:t>
            </a:r>
            <a:r>
              <a:rPr lang="en-US" dirty="0"/>
              <a:t> </a:t>
            </a:r>
            <a:r>
              <a:rPr lang="en-US" dirty="0" err="1"/>
              <a:t>מדויקת</a:t>
            </a:r>
            <a:r>
              <a:rPr lang="en-US" dirty="0"/>
              <a:t> </a:t>
            </a:r>
            <a:r>
              <a:rPr lang="en-US" dirty="0" err="1"/>
              <a:t>יותר</a:t>
            </a:r>
            <a:r>
              <a:rPr lang="en-US" dirty="0"/>
              <a:t> </a:t>
            </a:r>
            <a:r>
              <a:rPr lang="en-US" dirty="0" err="1"/>
              <a:t>מייצרת</a:t>
            </a:r>
            <a:r>
              <a:rPr lang="en-US" dirty="0"/>
              <a:t> </a:t>
            </a:r>
            <a:r>
              <a:rPr lang="en-US" dirty="0" err="1"/>
              <a:t>תוצאה</a:t>
            </a:r>
            <a:r>
              <a:rPr lang="en-US" dirty="0"/>
              <a:t> </a:t>
            </a:r>
            <a:r>
              <a:rPr lang="en-US" dirty="0" err="1"/>
              <a:t>טובה</a:t>
            </a:r>
            <a:r>
              <a:rPr lang="en-US" dirty="0"/>
              <a:t> </a:t>
            </a:r>
            <a:r>
              <a:rPr lang="en-US" dirty="0" err="1"/>
              <a:t>יותר</a:t>
            </a:r>
            <a:r>
              <a:rPr lang="en-US" dirty="0"/>
              <a:t> — </a:t>
            </a:r>
            <a:r>
              <a:rPr lang="en-US" dirty="0" err="1"/>
              <a:t>לא</a:t>
            </a:r>
            <a:r>
              <a:rPr lang="en-US" dirty="0"/>
              <a:t> </a:t>
            </a:r>
            <a:r>
              <a:rPr lang="en-US" dirty="0" err="1"/>
              <a:t>דרך</a:t>
            </a:r>
            <a:r>
              <a:rPr lang="en-US" dirty="0"/>
              <a:t> </a:t>
            </a:r>
            <a:r>
              <a:rPr lang="en-US" dirty="0" err="1"/>
              <a:t>הרצאה</a:t>
            </a:r>
            <a:r>
              <a:rPr lang="en-US" dirty="0"/>
              <a:t> </a:t>
            </a:r>
            <a:r>
              <a:rPr lang="en-US" dirty="0" err="1"/>
              <a:t>אלא</a:t>
            </a:r>
            <a:r>
              <a:rPr lang="en-US" dirty="0"/>
              <a:t> </a:t>
            </a:r>
            <a:r>
              <a:rPr lang="en-US" dirty="0" err="1"/>
              <a:t>דרך</a:t>
            </a:r>
            <a:r>
              <a:rPr lang="en-US" dirty="0"/>
              <a:t> </a:t>
            </a:r>
            <a:r>
              <a:rPr lang="en-US" dirty="0" err="1"/>
              <a:t>חוויה</a:t>
            </a:r>
            <a:r>
              <a:rPr lang="en-US" dirty="0"/>
              <a:t>. </a:t>
            </a:r>
            <a:r>
              <a:rPr lang="en-US" dirty="0" err="1"/>
              <a:t>בהמשך</a:t>
            </a:r>
            <a:r>
              <a:rPr lang="en-US" dirty="0"/>
              <a:t> </a:t>
            </a:r>
            <a:r>
              <a:rPr lang="en-US" dirty="0" err="1"/>
              <a:t>מגיע</a:t>
            </a:r>
            <a:r>
              <a:rPr lang="en-US" dirty="0"/>
              <a:t> </a:t>
            </a:r>
            <a:r>
              <a:rPr lang="en-US" dirty="0" err="1"/>
              <a:t>שלב</a:t>
            </a:r>
            <a:r>
              <a:rPr lang="en-US" dirty="0"/>
              <a:t> </a:t>
            </a:r>
            <a:r>
              <a:rPr lang="en-US" dirty="0" err="1"/>
              <a:t>הכשלונות</a:t>
            </a:r>
            <a:r>
              <a:rPr lang="en-US" dirty="0"/>
              <a:t>: </a:t>
            </a:r>
            <a:r>
              <a:rPr lang="en-US" dirty="0" err="1"/>
              <a:t>המשימים</a:t>
            </a:r>
            <a:r>
              <a:rPr lang="en-US" dirty="0"/>
              <a:t> </a:t>
            </a:r>
            <a:r>
              <a:rPr lang="en-US" dirty="0" err="1"/>
              <a:t>לא</a:t>
            </a:r>
            <a:r>
              <a:rPr lang="en-US" dirty="0"/>
              <a:t> </a:t>
            </a:r>
            <a:r>
              <a:rPr lang="en-US" dirty="0" err="1"/>
              <a:t>עובדים</a:t>
            </a:r>
            <a:r>
              <a:rPr lang="en-US" dirty="0"/>
              <a:t>, </a:t>
            </a:r>
            <a:r>
              <a:rPr lang="en-US" dirty="0" err="1"/>
              <a:t>הכפתורים</a:t>
            </a:r>
            <a:r>
              <a:rPr lang="en-US" dirty="0"/>
              <a:t> </a:t>
            </a:r>
            <a:r>
              <a:rPr lang="en-US" dirty="0" err="1"/>
              <a:t>נמרחים</a:t>
            </a:r>
            <a:r>
              <a:rPr lang="en-US" dirty="0"/>
              <a:t>, </a:t>
            </a:r>
            <a:r>
              <a:rPr lang="en-US" dirty="0" err="1"/>
              <a:t>או</a:t>
            </a:r>
            <a:r>
              <a:rPr lang="en-US" dirty="0"/>
              <a:t> </a:t>
            </a:r>
            <a:r>
              <a:rPr lang="en-US" dirty="0" err="1"/>
              <a:t>שהקוד</a:t>
            </a:r>
            <a:r>
              <a:rPr lang="en-US" dirty="0"/>
              <a:t> </a:t>
            </a:r>
            <a:r>
              <a:rPr lang="en-US" dirty="0" err="1"/>
              <a:t>פשוט</a:t>
            </a:r>
            <a:r>
              <a:rPr lang="en-US" dirty="0"/>
              <a:t> </a:t>
            </a:r>
            <a:r>
              <a:rPr lang="en-US" dirty="0" err="1"/>
              <a:t>לא</a:t>
            </a:r>
            <a:r>
              <a:rPr lang="en-US" dirty="0"/>
              <a:t> </a:t>
            </a:r>
            <a:r>
              <a:rPr lang="en-US" dirty="0" err="1"/>
              <a:t>עושה</a:t>
            </a:r>
            <a:r>
              <a:rPr lang="en-US" dirty="0"/>
              <a:t> </a:t>
            </a:r>
            <a:r>
              <a:rPr lang="en-US" dirty="0" err="1"/>
              <a:t>כלום</a:t>
            </a:r>
            <a:r>
              <a:rPr lang="en-US" dirty="0"/>
              <a:t>. </a:t>
            </a:r>
            <a:r>
              <a:rPr lang="en-US" dirty="0" err="1"/>
              <a:t>אבל</a:t>
            </a:r>
            <a:r>
              <a:rPr lang="en-US" dirty="0"/>
              <a:t> </a:t>
            </a:r>
            <a:r>
              <a:rPr lang="en-US" dirty="0" err="1"/>
              <a:t>דווקא</a:t>
            </a:r>
            <a:r>
              <a:rPr lang="en-US" dirty="0"/>
              <a:t> </a:t>
            </a:r>
            <a:r>
              <a:rPr lang="en-US" dirty="0" err="1"/>
              <a:t>הכישלונות</a:t>
            </a:r>
            <a:r>
              <a:rPr lang="en-US" dirty="0"/>
              <a:t> </a:t>
            </a:r>
            <a:r>
              <a:rPr lang="en-US" dirty="0" err="1"/>
              <a:t>האלה</a:t>
            </a:r>
            <a:r>
              <a:rPr lang="en-US" dirty="0"/>
              <a:t> </a:t>
            </a:r>
            <a:r>
              <a:rPr lang="en-US" dirty="0" err="1"/>
              <a:t>הם</a:t>
            </a:r>
            <a:r>
              <a:rPr lang="en-US" dirty="0"/>
              <a:t> </a:t>
            </a:r>
            <a:r>
              <a:rPr lang="en-US" dirty="0" err="1"/>
              <a:t>השיעור</a:t>
            </a:r>
            <a:r>
              <a:rPr lang="en-US" dirty="0"/>
              <a:t> </a:t>
            </a:r>
            <a:r>
              <a:rPr lang="en-US" dirty="0" err="1"/>
              <a:t>החשוב</a:t>
            </a:r>
            <a:r>
              <a:rPr lang="en-US" dirty="0"/>
              <a:t> — </a:t>
            </a:r>
            <a:r>
              <a:rPr lang="en-US" dirty="0" err="1"/>
              <a:t>הם</a:t>
            </a:r>
            <a:r>
              <a:rPr lang="en-US" dirty="0"/>
              <a:t> </a:t>
            </a:r>
            <a:r>
              <a:rPr lang="en-US" dirty="0" err="1"/>
              <a:t>מראים</a:t>
            </a:r>
            <a:r>
              <a:rPr lang="en-US" dirty="0"/>
              <a:t> </a:t>
            </a:r>
            <a:r>
              <a:rPr lang="en-US" dirty="0" err="1"/>
              <a:t>שאין</a:t>
            </a:r>
            <a:r>
              <a:rPr lang="en-US" dirty="0"/>
              <a:t> </a:t>
            </a:r>
            <a:r>
              <a:rPr lang="en-US" dirty="0" err="1"/>
              <a:t>צורך</a:t>
            </a:r>
            <a:r>
              <a:rPr lang="en-US" dirty="0"/>
              <a:t> </a:t>
            </a:r>
            <a:r>
              <a:rPr lang="en-US" dirty="0" err="1"/>
              <a:t>לפחד</a:t>
            </a:r>
            <a:r>
              <a:rPr lang="en-US" dirty="0"/>
              <a:t> </a:t>
            </a:r>
            <a:r>
              <a:rPr lang="en-US" dirty="0" err="1"/>
              <a:t>מטעויות</a:t>
            </a:r>
            <a:r>
              <a:rPr lang="en-US" dirty="0"/>
              <a:t>. </a:t>
            </a:r>
            <a:r>
              <a:rPr lang="en-US" dirty="0" err="1"/>
              <a:t>המשתתפים</a:t>
            </a:r>
            <a:r>
              <a:rPr lang="en-US" dirty="0"/>
              <a:t> </a:t>
            </a:r>
            <a:r>
              <a:rPr lang="en-US" dirty="0" err="1"/>
              <a:t>רואים</a:t>
            </a:r>
            <a:r>
              <a:rPr lang="en-US" dirty="0"/>
              <a:t> </a:t>
            </a:r>
            <a:r>
              <a:rPr lang="en-US" dirty="0" err="1"/>
              <a:t>איך</a:t>
            </a:r>
            <a:r>
              <a:rPr lang="en-US" dirty="0"/>
              <a:t> </a:t>
            </a:r>
            <a:r>
              <a:rPr lang="en-US" dirty="0" err="1"/>
              <a:t>משפרים</a:t>
            </a:r>
            <a:r>
              <a:rPr lang="en-US" dirty="0"/>
              <a:t> </a:t>
            </a:r>
            <a:r>
              <a:rPr lang="en-US" dirty="0" err="1"/>
              <a:t>ניסוח</a:t>
            </a:r>
            <a:r>
              <a:rPr lang="en-US" dirty="0"/>
              <a:t>, </a:t>
            </a:r>
            <a:r>
              <a:rPr lang="en-US" dirty="0" err="1"/>
              <a:t>איך</a:t>
            </a:r>
            <a:r>
              <a:rPr lang="en-US" dirty="0"/>
              <a:t> </a:t>
            </a:r>
            <a:r>
              <a:rPr lang="en-US" dirty="0" err="1"/>
              <a:t>בודקים</a:t>
            </a:r>
            <a:r>
              <a:rPr lang="en-US" dirty="0"/>
              <a:t> </a:t>
            </a:r>
            <a:r>
              <a:rPr lang="en-US" dirty="0" err="1"/>
              <a:t>מה</a:t>
            </a:r>
            <a:r>
              <a:rPr lang="en-US" dirty="0"/>
              <a:t> </a:t>
            </a:r>
            <a:r>
              <a:rPr lang="en-US" dirty="0" err="1"/>
              <a:t>לא</a:t>
            </a:r>
            <a:r>
              <a:rPr lang="en-US" dirty="0"/>
              <a:t> </a:t>
            </a:r>
            <a:r>
              <a:rPr lang="en-US" dirty="0" err="1"/>
              <a:t>עובד</a:t>
            </a:r>
            <a:r>
              <a:rPr lang="en-US" dirty="0"/>
              <a:t>, </a:t>
            </a:r>
            <a:r>
              <a:rPr lang="en-US" dirty="0" err="1"/>
              <a:t>ואיך</a:t>
            </a:r>
            <a:r>
              <a:rPr lang="en-US" dirty="0"/>
              <a:t> </a:t>
            </a:r>
            <a:r>
              <a:rPr lang="en-US" dirty="0" err="1"/>
              <a:t>מתקנים</a:t>
            </a:r>
            <a:r>
              <a:rPr lang="en-US" dirty="0"/>
              <a:t> </a:t>
            </a:r>
            <a:r>
              <a:rPr lang="en-US" dirty="0" err="1"/>
              <a:t>את</a:t>
            </a:r>
            <a:r>
              <a:rPr lang="en-US" dirty="0"/>
              <a:t> </a:t>
            </a:r>
            <a:r>
              <a:rPr lang="en-US" dirty="0" err="1"/>
              <a:t>התוצאה</a:t>
            </a:r>
            <a:r>
              <a:rPr lang="en-US" dirty="0"/>
              <a:t> </a:t>
            </a:r>
            <a:r>
              <a:rPr lang="en-US" dirty="0" err="1"/>
              <a:t>דרך</a:t>
            </a:r>
            <a:r>
              <a:rPr lang="en-US" dirty="0"/>
              <a:t> </a:t>
            </a:r>
            <a:r>
              <a:rPr lang="en-US" dirty="0" err="1"/>
              <a:t>שיחה</a:t>
            </a:r>
            <a:r>
              <a:rPr lang="en-US" dirty="0"/>
              <a:t> </a:t>
            </a:r>
            <a:r>
              <a:rPr lang="en-US" dirty="0" err="1"/>
              <a:t>עם</a:t>
            </a:r>
            <a:r>
              <a:rPr lang="en-US" dirty="0"/>
              <a:t> </a:t>
            </a:r>
            <a:r>
              <a:rPr lang="en-US" dirty="0" err="1"/>
              <a:t>המחשב</a:t>
            </a:r>
            <a:r>
              <a:rPr lang="en-US" dirty="0"/>
              <a:t>. </a:t>
            </a:r>
            <a:r>
              <a:rPr lang="en-US" dirty="0" err="1"/>
              <a:t>זה</a:t>
            </a:r>
            <a:r>
              <a:rPr lang="en-US" dirty="0"/>
              <a:t> </a:t>
            </a:r>
            <a:r>
              <a:rPr lang="en-US" dirty="0" err="1"/>
              <a:t>מחנך</a:t>
            </a:r>
            <a:r>
              <a:rPr lang="en-US" dirty="0"/>
              <a:t> </a:t>
            </a:r>
            <a:r>
              <a:rPr lang="en-US" dirty="0" err="1"/>
              <a:t>לגישה</a:t>
            </a:r>
            <a:r>
              <a:rPr lang="en-US" dirty="0"/>
              <a:t> </a:t>
            </a:r>
            <a:r>
              <a:rPr lang="en-US" dirty="0" err="1"/>
              <a:t>של</a:t>
            </a:r>
            <a:r>
              <a:rPr lang="en-US" dirty="0"/>
              <a:t> </a:t>
            </a:r>
            <a:r>
              <a:rPr lang="en-US" dirty="0" err="1"/>
              <a:t>חקר</a:t>
            </a:r>
            <a:r>
              <a:rPr lang="en-US" dirty="0"/>
              <a:t>, </a:t>
            </a:r>
            <a:r>
              <a:rPr lang="en-US" dirty="0" err="1"/>
              <a:t>להבין</a:t>
            </a:r>
            <a:r>
              <a:rPr lang="en-US" dirty="0"/>
              <a:t> </a:t>
            </a:r>
            <a:r>
              <a:rPr lang="en-US" dirty="0" err="1"/>
              <a:t>שהטכנולוגיה</a:t>
            </a:r>
            <a:r>
              <a:rPr lang="en-US" dirty="0"/>
              <a:t> </a:t>
            </a:r>
            <a:r>
              <a:rPr lang="en-US" dirty="0" err="1"/>
              <a:t>היא</a:t>
            </a:r>
            <a:r>
              <a:rPr lang="en-US" dirty="0"/>
              <a:t> </a:t>
            </a:r>
            <a:r>
              <a:rPr lang="en-US" dirty="0" err="1"/>
              <a:t>שותפה</a:t>
            </a:r>
            <a:r>
              <a:rPr lang="en-US" dirty="0"/>
              <a:t>, </a:t>
            </a:r>
            <a:r>
              <a:rPr lang="en-US" dirty="0" err="1"/>
              <a:t>לא</a:t>
            </a:r>
            <a:r>
              <a:rPr lang="en-US" dirty="0"/>
              <a:t> </a:t>
            </a:r>
            <a:r>
              <a:rPr lang="en-US" dirty="0" err="1"/>
              <a:t>קוסמת</a:t>
            </a:r>
            <a:r>
              <a:rPr lang="en-US" dirty="0"/>
              <a:t>. </a:t>
            </a:r>
            <a:r>
              <a:rPr lang="en-US" dirty="0" err="1"/>
              <a:t>תהליך</a:t>
            </a:r>
            <a:r>
              <a:rPr lang="en-US" dirty="0"/>
              <a:t> </a:t>
            </a:r>
            <a:r>
              <a:rPr lang="en-US" dirty="0" err="1"/>
              <a:t>כזה</a:t>
            </a:r>
            <a:r>
              <a:rPr lang="en-US" dirty="0"/>
              <a:t> </a:t>
            </a:r>
            <a:r>
              <a:rPr lang="en-US" dirty="0" err="1"/>
              <a:t>גם</a:t>
            </a:r>
            <a:r>
              <a:rPr lang="en-US" dirty="0"/>
              <a:t> </a:t>
            </a:r>
            <a:r>
              <a:rPr lang="en-US" dirty="0" err="1"/>
              <a:t>מייצר</a:t>
            </a:r>
            <a:r>
              <a:rPr lang="en-US" dirty="0"/>
              <a:t> </a:t>
            </a:r>
            <a:r>
              <a:rPr lang="en-US" dirty="0" err="1"/>
              <a:t>תחושת</a:t>
            </a:r>
            <a:r>
              <a:rPr lang="en-US" dirty="0"/>
              <a:t> </a:t>
            </a:r>
            <a:r>
              <a:rPr lang="en-US" dirty="0" err="1"/>
              <a:t>בעלות</a:t>
            </a:r>
            <a:r>
              <a:rPr lang="en-US" dirty="0"/>
              <a:t> — </a:t>
            </a:r>
            <a:r>
              <a:rPr lang="en-US" dirty="0" err="1"/>
              <a:t>המשתתפים</a:t>
            </a:r>
            <a:r>
              <a:rPr lang="en-US" dirty="0"/>
              <a:t> </a:t>
            </a:r>
            <a:r>
              <a:rPr lang="en-US" dirty="0" err="1"/>
              <a:t>רואים</a:t>
            </a:r>
            <a:r>
              <a:rPr lang="en-US" dirty="0"/>
              <a:t> </a:t>
            </a:r>
            <a:r>
              <a:rPr lang="en-US" dirty="0" err="1"/>
              <a:t>את</a:t>
            </a:r>
            <a:r>
              <a:rPr lang="en-US" dirty="0"/>
              <a:t> </a:t>
            </a:r>
            <a:r>
              <a:rPr lang="en-US" dirty="0" err="1"/>
              <a:t>עצמם</a:t>
            </a:r>
            <a:r>
              <a:rPr lang="en-US" dirty="0"/>
              <a:t> </a:t>
            </a:r>
            <a:r>
              <a:rPr lang="en-US" dirty="0" err="1"/>
              <a:t>בתוך</a:t>
            </a:r>
            <a:r>
              <a:rPr lang="en-US" dirty="0"/>
              <a:t> </a:t>
            </a:r>
            <a:r>
              <a:rPr lang="en-US" dirty="0" err="1"/>
              <a:t>המוצר</a:t>
            </a:r>
            <a:r>
              <a:rPr lang="en-US" dirty="0"/>
              <a:t> </a:t>
            </a:r>
            <a:r>
              <a:rPr lang="en-US" dirty="0" err="1"/>
              <a:t>ולא</a:t>
            </a:r>
            <a:r>
              <a:rPr lang="en-US" dirty="0"/>
              <a:t> </a:t>
            </a:r>
            <a:r>
              <a:rPr lang="en-US" dirty="0" err="1"/>
              <a:t>כצופים</a:t>
            </a:r>
            <a:r>
              <a:rPr lang="en-US" dirty="0"/>
              <a:t> </a:t>
            </a:r>
            <a:r>
              <a:rPr lang="en-US" dirty="0" err="1"/>
              <a:t>פסיביים</a:t>
            </a:r>
            <a:r>
              <a:rPr lang="en-US" dirty="0"/>
              <a:t>. </a:t>
            </a:r>
            <a:r>
              <a:rPr lang="en-US" dirty="0" err="1"/>
              <a:t>בסופו</a:t>
            </a:r>
            <a:r>
              <a:rPr lang="en-US" dirty="0"/>
              <a:t> </a:t>
            </a:r>
            <a:r>
              <a:rPr lang="en-US" dirty="0" err="1"/>
              <a:t>של</a:t>
            </a:r>
            <a:r>
              <a:rPr lang="en-US" dirty="0"/>
              <a:t> </a:t>
            </a:r>
            <a:r>
              <a:rPr lang="en-US" dirty="0" err="1"/>
              <a:t>דבר</a:t>
            </a:r>
            <a:r>
              <a:rPr lang="en-US" dirty="0"/>
              <a:t>, </a:t>
            </a:r>
            <a:r>
              <a:rPr lang="en-US" dirty="0" err="1"/>
              <a:t>הלמידה</a:t>
            </a:r>
            <a:r>
              <a:rPr lang="en-US" dirty="0"/>
              <a:t> </a:t>
            </a:r>
            <a:r>
              <a:rPr lang="en-US" dirty="0" err="1"/>
              <a:t>מהניסוי</a:t>
            </a:r>
            <a:r>
              <a:rPr lang="en-US" dirty="0"/>
              <a:t> </a:t>
            </a:r>
            <a:r>
              <a:rPr lang="en-US" dirty="0" err="1"/>
              <a:t>חיונית</a:t>
            </a:r>
            <a:r>
              <a:rPr lang="en-US" dirty="0"/>
              <a:t>: </a:t>
            </a:r>
            <a:r>
              <a:rPr lang="en-US" dirty="0" err="1"/>
              <a:t>היא</a:t>
            </a:r>
            <a:r>
              <a:rPr lang="en-US" dirty="0"/>
              <a:t> </a:t>
            </a:r>
            <a:r>
              <a:rPr lang="en-US" dirty="0" err="1"/>
              <a:t>מעבירה</a:t>
            </a:r>
            <a:r>
              <a:rPr lang="en-US" dirty="0"/>
              <a:t> </a:t>
            </a:r>
            <a:r>
              <a:rPr lang="en-US" dirty="0" err="1"/>
              <a:t>מסר</a:t>
            </a:r>
            <a:r>
              <a:rPr lang="en-US" dirty="0"/>
              <a:t> </a:t>
            </a:r>
            <a:r>
              <a:rPr lang="en-US" dirty="0" err="1"/>
              <a:t>חינוכי</a:t>
            </a:r>
            <a:r>
              <a:rPr lang="en-US" dirty="0"/>
              <a:t> </a:t>
            </a:r>
            <a:r>
              <a:rPr lang="en-US" dirty="0" err="1"/>
              <a:t>עמוק</a:t>
            </a:r>
            <a:r>
              <a:rPr lang="en-US" dirty="0"/>
              <a:t> </a:t>
            </a:r>
            <a:r>
              <a:rPr lang="en-US" dirty="0" err="1"/>
              <a:t>על</a:t>
            </a:r>
            <a:r>
              <a:rPr lang="en-US" dirty="0"/>
              <a:t> </a:t>
            </a:r>
            <a:r>
              <a:rPr lang="en-US" dirty="0" err="1"/>
              <a:t>יצירתיות</a:t>
            </a:r>
            <a:r>
              <a:rPr lang="en-US" dirty="0"/>
              <a:t>, </a:t>
            </a:r>
            <a:r>
              <a:rPr lang="en-US" dirty="0" err="1"/>
              <a:t>אחריות</a:t>
            </a:r>
            <a:r>
              <a:rPr lang="en-US" dirty="0"/>
              <a:t> </a:t>
            </a:r>
            <a:r>
              <a:rPr lang="en-US" dirty="0" err="1"/>
              <a:t>משותפת</a:t>
            </a:r>
            <a:r>
              <a:rPr lang="en-US" dirty="0"/>
              <a:t> </a:t>
            </a:r>
            <a:r>
              <a:rPr lang="en-US" dirty="0" err="1"/>
              <a:t>והבנה</a:t>
            </a:r>
            <a:r>
              <a:rPr lang="en-US" dirty="0"/>
              <a:t> </a:t>
            </a:r>
            <a:r>
              <a:rPr lang="en-US" dirty="0" err="1"/>
              <a:t>של</a:t>
            </a:r>
            <a:r>
              <a:rPr lang="en-US" dirty="0"/>
              <a:t> </a:t>
            </a:r>
            <a:r>
              <a:rPr lang="en-US" dirty="0" err="1"/>
              <a:t>תהליכי</a:t>
            </a:r>
            <a:r>
              <a:rPr lang="en-US" dirty="0"/>
              <a:t> </a:t>
            </a:r>
            <a:r>
              <a:rPr lang="en-US" dirty="0" err="1"/>
              <a:t>עבודה</a:t>
            </a:r>
            <a:r>
              <a:rPr lang="en-US" dirty="0"/>
              <a:t> </a:t>
            </a:r>
            <a:r>
              <a:rPr lang="en-US" dirty="0" err="1"/>
              <a:t>אמיתיים</a:t>
            </a:r>
            <a:r>
              <a:rPr lang="en-US" dirty="0"/>
              <a:t>.</a:t>
            </a:r>
          </a:p>
        </p:txBody>
      </p:sp>
      <p:sp>
        <p:nvSpPr>
          <p:cNvPr id="4" name="Slide Number Placeholder 3"/>
          <p:cNvSpPr>
            <a:spLocks noGrp="1"/>
          </p:cNvSpPr>
          <p:nvPr>
            <p:ph type="sldNum" sz="quarter" idx="5"/>
          </p:nvPr>
        </p:nvSpPr>
        <p:spPr/>
        <p:txBody>
          <a:bodyPr/>
          <a:lstStyle/>
          <a:p>
            <a:fld id="{D3CEACF0-3AD7-43B6-8406-AD06C700AF8A}" type="slidenum">
              <a:t>9</a:t>
            </a:fld>
            <a:endParaRPr lang="en-US"/>
          </a:p>
        </p:txBody>
      </p:sp>
    </p:spTree>
    <p:extLst>
      <p:ext uri="{BB962C8B-B14F-4D97-AF65-F5344CB8AC3E}">
        <p14:creationId xmlns:p14="http://schemas.microsoft.com/office/powerpoint/2010/main" val="31503668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שאלות זהות בעולם של יצירה אוטומטית</a:t>
            </a:r>
          </a:p>
        </p:txBody>
      </p:sp>
      <p:sp>
        <p:nvSpPr>
          <p:cNvPr id="4" name="Slide Number Placeholder 3"/>
          <p:cNvSpPr>
            <a:spLocks noGrp="1"/>
          </p:cNvSpPr>
          <p:nvPr>
            <p:ph type="sldNum" sz="quarter" idx="5"/>
          </p:nvPr>
        </p:nvSpPr>
        <p:spPr/>
        <p:txBody>
          <a:bodyPr/>
          <a:lstStyle/>
          <a:p>
            <a:fld id="{D3CEACF0-3AD7-43B6-8406-AD06C700AF8A}" type="slidenum">
              <a:t>10</a:t>
            </a:fld>
            <a:endParaRPr lang="en-US"/>
          </a:p>
        </p:txBody>
      </p:sp>
    </p:spTree>
    <p:extLst>
      <p:ext uri="{BB962C8B-B14F-4D97-AF65-F5344CB8AC3E}">
        <p14:creationId xmlns:p14="http://schemas.microsoft.com/office/powerpoint/2010/main" val="11485417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השילוב של AI בחיי היומיום מעלה שאלות זהות עמוקות, במיוחד במרחבים חינוכיים וקהילתיים כמו מכינות. מצד אחד, AI מאפשר לכל אדם ליצור במהירות ובקלות — אתרים, קוד, תמונות, רעיונות — מה שמוביל לשאלה: מה נשאר ייחודי לנו? מצד שני, הטכנולוגיה הזו יכולה לעורר תחושת תלות או איום על מיומנויות אנושיות מסורתיות. הדיון האמיתי הוא לא אם הטכנולוגיה טובה או רעה, אלא כיצד אנחנו משתמשים בה. לדוגמה, האם אדם שמייצר פרויקט באמצעות AI ירגיש פחות יוצר? או שהיכולת להוציא רעיונות לפועל בקלות דווקא תחזק את תחושת המסוגלות? בנוסף, עולה שאלה ערכית של איזו יצירה ראוי לשחרר לעולם — אם כל אחד יכול ליצור הכול, אז הכוח עובר מהטכנולוגיה ליוצר. האחריות לכך שהתוכן אינו פוגעני, מטעה או מזיק גדלה משמעותית. לבסוף, ישנו מימד חברתי: הטכנולוגיה משנה את אופן השיח, את האופן שבו צעירים מבינים מציאות ואת האופן שבו אנחנו תופסים יצירתיות. כל אלה מחייבים שיחה פתוחה על ערכים, על המשמעות של עבודת ידיים מול עבודת רעיון, ועל המקום של האדם בתוך אקו‑סיסטם עתידני שבו מכונות מסוגלות ליצור באופן אוטומטי. מדובר בדיון שמרחיב תודעה ופותח הזדמנות לחנך לאחריות, צניעות וחיבור לערכים.</a:t>
            </a:r>
          </a:p>
        </p:txBody>
      </p:sp>
      <p:sp>
        <p:nvSpPr>
          <p:cNvPr id="4" name="Slide Number Placeholder 3"/>
          <p:cNvSpPr>
            <a:spLocks noGrp="1"/>
          </p:cNvSpPr>
          <p:nvPr>
            <p:ph type="sldNum" sz="quarter" idx="5"/>
          </p:nvPr>
        </p:nvSpPr>
        <p:spPr/>
        <p:txBody>
          <a:bodyPr/>
          <a:lstStyle/>
          <a:p>
            <a:fld id="{D3CEACF0-3AD7-43B6-8406-AD06C700AF8A}" type="slidenum">
              <a:t>11</a:t>
            </a:fld>
            <a:endParaRPr lang="en-US"/>
          </a:p>
        </p:txBody>
      </p:sp>
    </p:spTree>
    <p:extLst>
      <p:ext uri="{BB962C8B-B14F-4D97-AF65-F5344CB8AC3E}">
        <p14:creationId xmlns:p14="http://schemas.microsoft.com/office/powerpoint/2010/main" val="9497478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מבט קדימה על יחסי אדם‑מכונה</a:t>
            </a:r>
          </a:p>
        </p:txBody>
      </p:sp>
      <p:sp>
        <p:nvSpPr>
          <p:cNvPr id="4" name="Slide Number Placeholder 3"/>
          <p:cNvSpPr>
            <a:spLocks noGrp="1"/>
          </p:cNvSpPr>
          <p:nvPr>
            <p:ph type="sldNum" sz="quarter" idx="5"/>
          </p:nvPr>
        </p:nvSpPr>
        <p:spPr/>
        <p:txBody>
          <a:bodyPr/>
          <a:lstStyle/>
          <a:p>
            <a:fld id="{D3CEACF0-3AD7-43B6-8406-AD06C700AF8A}" type="slidenum">
              <a:t>12</a:t>
            </a:fld>
            <a:endParaRPr lang="en-US"/>
          </a:p>
        </p:txBody>
      </p:sp>
    </p:spTree>
    <p:extLst>
      <p:ext uri="{BB962C8B-B14F-4D97-AF65-F5344CB8AC3E}">
        <p14:creationId xmlns:p14="http://schemas.microsoft.com/office/powerpoint/2010/main" val="31673256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המעבר לעולם שבו AI מלווה כמעט כל משימה משנה לא רק את האופן שבו אנו עובדים — אלא את האופן שבו אנו תופסים את עצמנו. הטכנולוגיה אינה באה להחליף אותנו אלא להעצים אותנו, אך העצמה זו דורשת מודעות וחשיבה ביקורתית. היכולות העולות של מודלים מאפשרות לכל אדם לבצע משימות שבעבר דרשו מומחיות גבוהה, מה שמרחיב הזדמנויות אך גם מטשטש גבולות של מקצועיות. לכן, חשוב להבין כיצד להשתמש בכלים הללו בצורה שמוגדרת על ידי ערכים, ולא רק על ידי נוחות. גישה אחראית ל‑AI מחייבת שאילת שאלות קשות: האם התוצר שאנו מייצרים מקדם ערך חיובי? האם אנו מסתמכים יתר על המידה על אוטומציה? כיצד נבטיח שהטכנולוגיה תשרת את החברה ולא תפגע בה? דרך שאילת שאלות אלו, אפשר להגדיר מערכת יחסים בריאה עם המכונה — מערכת שבה האדם עדיין מחזיק בהגה, בעוד ה‑AI רק מאיץ את הדרך. התהליך דומה לשותפות: המחשב מציע רעיונות, האדם מכוון ומבקר. המבט קדימה צריך לכלול גם מודעות להשפעות ארוכות טווח — על שוק העבודה, על זהות, על יצירתיות. בסופו של דבר, הטכנולוגיה תמשיך להתפתח, אך הבחירה כיצד להשתמש בה תישאר בידינו. זה מספק הזדמנות אדירה לדור הצעיר: להיות הדור שמגדיר את הדרך, ולא רק משתמש בה. בסיום, חשוב להעביר מסר של אחריות, בטחון ויצירתיות — שה‑AI אינו כוח שמחליף, אלא כוח שמגביר, והשאלה המרכזית היא תמיד: לאן נבחר להגביר.</a:t>
            </a:r>
          </a:p>
        </p:txBody>
      </p:sp>
      <p:sp>
        <p:nvSpPr>
          <p:cNvPr id="4" name="Slide Number Placeholder 3"/>
          <p:cNvSpPr>
            <a:spLocks noGrp="1"/>
          </p:cNvSpPr>
          <p:nvPr>
            <p:ph type="sldNum" sz="quarter" idx="5"/>
          </p:nvPr>
        </p:nvSpPr>
        <p:spPr/>
        <p:txBody>
          <a:bodyPr/>
          <a:lstStyle/>
          <a:p>
            <a:fld id="{D3CEACF0-3AD7-43B6-8406-AD06C700AF8A}" type="slidenum">
              <a:t>13</a:t>
            </a:fld>
            <a:endParaRPr lang="en-US"/>
          </a:p>
        </p:txBody>
      </p:sp>
    </p:spTree>
    <p:extLst>
      <p:ext uri="{BB962C8B-B14F-4D97-AF65-F5344CB8AC3E}">
        <p14:creationId xmlns:p14="http://schemas.microsoft.com/office/powerpoint/2010/main" val="253847903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כותרת עם תמונה">
    <p:bg>
      <p:bgRef idx="1001">
        <a:schemeClr val="bg2"/>
      </p:bgRef>
    </p:bg>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A509CE9-F18C-5020-CF43-5960AFE654F6}"/>
              </a:ext>
            </a:extLst>
          </p:cNvPr>
          <p:cNvSpPr>
            <a:spLocks noGrp="1"/>
          </p:cNvSpPr>
          <p:nvPr>
            <p:ph type="ctrTitle"/>
          </p:nvPr>
        </p:nvSpPr>
        <p:spPr>
          <a:xfrm>
            <a:off x="685800" y="240410"/>
            <a:ext cx="10813067" cy="783835"/>
          </a:xfrm>
        </p:spPr>
        <p:txBody>
          <a:bodyPr vert="horz" lIns="91440" tIns="45720" rIns="91440" bIns="45720" rtlCol="1" anchor="b">
            <a:normAutofit/>
          </a:bodyPr>
          <a:lstStyle>
            <a:lvl1pPr algn="r" rtl="1">
              <a:defRPr lang="en-US" sz="3600" dirty="0">
                <a:solidFill>
                  <a:schemeClr val="tx2">
                    <a:alpha val="90000"/>
                  </a:schemeClr>
                </a:solidFill>
              </a:defRPr>
            </a:lvl1pPr>
          </a:lstStyle>
          <a:p>
            <a:pPr lvl="0" rtl="1"/>
            <a:r>
              <a:rPr lang="he"/>
              <a:t>לחץ כדי לערוך סגנון כותרת של תבנית בסיס</a:t>
            </a:r>
            <a:endParaRPr lang="en-US" dirty="0"/>
          </a:p>
        </p:txBody>
      </p:sp>
      <p:sp>
        <p:nvSpPr>
          <p:cNvPr id="3" name="כותרת משנה 2">
            <a:extLst>
              <a:ext uri="{FF2B5EF4-FFF2-40B4-BE49-F238E27FC236}">
                <a16:creationId xmlns:a16="http://schemas.microsoft.com/office/drawing/2014/main" id="{A16B3AA5-F8D6-AB69-241F-6F8F1DD41E55}"/>
              </a:ext>
            </a:extLst>
          </p:cNvPr>
          <p:cNvSpPr>
            <a:spLocks noGrp="1"/>
          </p:cNvSpPr>
          <p:nvPr>
            <p:ph type="subTitle" idx="1"/>
          </p:nvPr>
        </p:nvSpPr>
        <p:spPr>
          <a:xfrm>
            <a:off x="685800" y="998185"/>
            <a:ext cx="10813067" cy="541508"/>
          </a:xfrm>
        </p:spPr>
        <p:txBody>
          <a:bodyPr vert="horz" lIns="91440" tIns="45720" rIns="91440" bIns="45720" rtlCol="1">
            <a:normAutofit/>
          </a:bodyPr>
          <a:lstStyle>
            <a:lvl1pPr marL="0" indent="0" algn="r" rtl="1">
              <a:buNone/>
              <a:defRPr lang="en-US" dirty="0"/>
            </a:lvl1pPr>
          </a:lstStyle>
          <a:p>
            <a:pPr lvl="0" rtl="1"/>
            <a:r>
              <a:rPr lang="he"/>
              <a:t>לחץ כדי לערוך סגנון כותרת משנה של תבנית בסיס</a:t>
            </a:r>
            <a:endParaRPr lang="en-US" dirty="0"/>
          </a:p>
        </p:txBody>
      </p:sp>
      <p:sp>
        <p:nvSpPr>
          <p:cNvPr id="16" name="מציין מיקום של תמונה 15">
            <a:extLst>
              <a:ext uri="{FF2B5EF4-FFF2-40B4-BE49-F238E27FC236}">
                <a16:creationId xmlns:a16="http://schemas.microsoft.com/office/drawing/2014/main" id="{569E8996-63F9-282F-EB89-823A9E405F96}"/>
              </a:ext>
            </a:extLst>
          </p:cNvPr>
          <p:cNvSpPr>
            <a:spLocks noGrp="1"/>
          </p:cNvSpPr>
          <p:nvPr>
            <p:ph type="pic" sz="quarter" idx="13" hasCustomPrompt="1"/>
          </p:nvPr>
        </p:nvSpPr>
        <p:spPr>
          <a:xfrm>
            <a:off x="462974" y="1606318"/>
            <a:ext cx="11268845" cy="4791456"/>
          </a:xfrm>
          <a:blipFill dpi="0" rotWithShape="1">
            <a:blip r:embed="rId2">
              <a:alphaModFix amt="80000"/>
            </a:blip>
            <a:srcRect/>
            <a:stretch>
              <a:fillRect/>
            </a:stretch>
          </a:blipFill>
        </p:spPr>
        <p:txBody>
          <a:bodyPr rtlCol="1"/>
          <a:lstStyle>
            <a:lvl1pPr marL="0" indent="0" algn="r" rtl="1">
              <a:buNone/>
              <a:defRPr/>
            </a:lvl1pPr>
          </a:lstStyle>
          <a:p>
            <a:pPr rtl="1"/>
            <a:r>
              <a:rPr lang="he"/>
              <a:t> </a:t>
            </a:r>
          </a:p>
        </p:txBody>
      </p:sp>
      <p:sp>
        <p:nvSpPr>
          <p:cNvPr id="5" name="מציין מיקום של כותרת תחתונה 4">
            <a:extLst>
              <a:ext uri="{FF2B5EF4-FFF2-40B4-BE49-F238E27FC236}">
                <a16:creationId xmlns:a16="http://schemas.microsoft.com/office/drawing/2014/main" id="{7AE78127-77D8-DF99-4AE0-F322800B057B}"/>
              </a:ext>
            </a:extLst>
          </p:cNvPr>
          <p:cNvSpPr>
            <a:spLocks noGrp="1"/>
          </p:cNvSpPr>
          <p:nvPr>
            <p:ph type="ftr" sz="quarter" idx="11"/>
          </p:nvPr>
        </p:nvSpPr>
        <p:spPr>
          <a:xfrm>
            <a:off x="640080" y="6445997"/>
            <a:ext cx="3949302" cy="365125"/>
          </a:xfrm>
        </p:spPr>
        <p:txBody>
          <a:bodyPr rtlCol="1"/>
          <a:lstStyle>
            <a:lvl1pPr algn="r" rtl="1">
              <a:defRPr>
                <a:solidFill>
                  <a:schemeClr val="tx2"/>
                </a:solidFill>
              </a:defRPr>
            </a:lvl1pPr>
          </a:lstStyle>
          <a:p>
            <a:pPr rtl="1"/>
            <a:r>
              <a:rPr lang="he"/>
              <a:t>טקסט כותרת תחתונה לדוגמה</a:t>
            </a:r>
          </a:p>
        </p:txBody>
      </p:sp>
      <p:sp>
        <p:nvSpPr>
          <p:cNvPr id="4" name="מציין מיקום של תאריך 3">
            <a:extLst>
              <a:ext uri="{FF2B5EF4-FFF2-40B4-BE49-F238E27FC236}">
                <a16:creationId xmlns:a16="http://schemas.microsoft.com/office/drawing/2014/main" id="{D2D04168-7304-004B-C2F6-42E38FDC5908}"/>
              </a:ext>
            </a:extLst>
          </p:cNvPr>
          <p:cNvSpPr>
            <a:spLocks noGrp="1"/>
          </p:cNvSpPr>
          <p:nvPr>
            <p:ph type="dt" sz="half" idx="10"/>
          </p:nvPr>
        </p:nvSpPr>
        <p:spPr/>
        <p:txBody>
          <a:bodyPr rtlCol="1"/>
          <a:lstStyle>
            <a:lvl1pPr algn="r" rtl="1">
              <a:defRPr>
                <a:solidFill>
                  <a:schemeClr val="tx2"/>
                </a:solidFill>
              </a:defRPr>
            </a:lvl1pPr>
          </a:lstStyle>
          <a:p>
            <a:pPr rtl="1"/>
            <a:r>
              <a:rPr lang="en-US"/>
              <a:t>11/08/2025</a:t>
            </a:r>
          </a:p>
        </p:txBody>
      </p:sp>
      <p:sp>
        <p:nvSpPr>
          <p:cNvPr id="6" name="מציין מיקום של מספר שקופית 5">
            <a:extLst>
              <a:ext uri="{FF2B5EF4-FFF2-40B4-BE49-F238E27FC236}">
                <a16:creationId xmlns:a16="http://schemas.microsoft.com/office/drawing/2014/main" id="{D7C58464-EE0F-215A-2FA8-F434687B9E7A}"/>
              </a:ext>
            </a:extLst>
          </p:cNvPr>
          <p:cNvSpPr>
            <a:spLocks noGrp="1"/>
          </p:cNvSpPr>
          <p:nvPr>
            <p:ph type="sldNum" sz="quarter" idx="12"/>
          </p:nvPr>
        </p:nvSpPr>
        <p:spPr/>
        <p:txBody>
          <a:bodyPr rtlCol="1"/>
          <a:lstStyle>
            <a:lvl1pPr algn="r" rtl="1">
              <a:defRPr>
                <a:solidFill>
                  <a:schemeClr val="tx2"/>
                </a:solidFill>
              </a:defRPr>
            </a:lvl1pPr>
          </a:lstStyle>
          <a:p>
            <a:pPr rtl="1"/>
            <a:fld id="{DDF60B60-82CA-4BB9-BA6E-A62FADF2374B}" type="slidenum">
              <a:rPr lang="en-US" smtClean="0"/>
              <a:t>‹#›</a:t>
            </a:fld>
            <a:endParaRPr lang="en-US"/>
          </a:p>
        </p:txBody>
      </p:sp>
      <p:cxnSp>
        <p:nvCxnSpPr>
          <p:cNvPr id="7" name="מחבר ישר 6">
            <a:extLst>
              <a:ext uri="{FF2B5EF4-FFF2-40B4-BE49-F238E27FC236}">
                <a16:creationId xmlns:a16="http://schemas.microsoft.com/office/drawing/2014/main" id="{FFFC4771-5A22-2E68-AB04-0949D0A15B66}"/>
              </a:ext>
            </a:extLst>
          </p:cNvPr>
          <p:cNvCxnSpPr>
            <a:cxnSpLocks/>
          </p:cNvCxnSpPr>
          <p:nvPr/>
        </p:nvCxnSpPr>
        <p:spPr>
          <a:xfrm flipH="1">
            <a:off x="0" y="159971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מחבר ישר 8">
            <a:extLst>
              <a:ext uri="{FF2B5EF4-FFF2-40B4-BE49-F238E27FC236}">
                <a16:creationId xmlns:a16="http://schemas.microsoft.com/office/drawing/2014/main" id="{0AA95C5A-6D75-9E1D-C459-7F2022E84F55}"/>
              </a:ext>
            </a:extLst>
          </p:cNvPr>
          <p:cNvCxnSpPr>
            <a:cxnSpLocks/>
          </p:cNvCxnSpPr>
          <p:nvPr/>
        </p:nvCxnSpPr>
        <p:spPr>
          <a:xfrm>
            <a:off x="4572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מחבר ישר 9">
            <a:extLst>
              <a:ext uri="{FF2B5EF4-FFF2-40B4-BE49-F238E27FC236}">
                <a16:creationId xmlns:a16="http://schemas.microsoft.com/office/drawing/2014/main" id="{00ED5AC1-9F96-A868-7F45-523BF1A45E7C}"/>
              </a:ext>
            </a:extLst>
          </p:cNvPr>
          <p:cNvCxnSpPr>
            <a:cxnSpLocks/>
          </p:cNvCxnSpPr>
          <p:nvPr/>
        </p:nvCxnSpPr>
        <p:spPr>
          <a:xfrm>
            <a:off x="117348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מחבר ישר 7">
            <a:extLst>
              <a:ext uri="{FF2B5EF4-FFF2-40B4-BE49-F238E27FC236}">
                <a16:creationId xmlns:a16="http://schemas.microsoft.com/office/drawing/2014/main" id="{60E1F764-5B01-7711-9CF1-7EA13A629701}"/>
              </a:ext>
            </a:extLst>
          </p:cNvPr>
          <p:cNvCxnSpPr>
            <a:cxnSpLocks/>
          </p:cNvCxnSpPr>
          <p:nvPr/>
        </p:nvCxnSpPr>
        <p:spPr>
          <a:xfrm flipH="1">
            <a:off x="0" y="6396171"/>
            <a:ext cx="12192000" cy="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5976410"/>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תוכן">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A58AB8C-6B7B-EBD3-4D71-F5150448D3B6}"/>
              </a:ext>
            </a:extLst>
          </p:cNvPr>
          <p:cNvSpPr>
            <a:spLocks noGrp="1"/>
          </p:cNvSpPr>
          <p:nvPr>
            <p:ph type="title"/>
          </p:nvPr>
        </p:nvSpPr>
        <p:spPr>
          <a:xfrm>
            <a:off x="685800" y="360221"/>
            <a:ext cx="10515600" cy="1330468"/>
          </a:xfrm>
        </p:spPr>
        <p:txBody>
          <a:bodyPr rtlCol="1"/>
          <a:lstStyle/>
          <a:p>
            <a:pPr rtl="1"/>
            <a:r>
              <a:rPr lang="he"/>
              <a:t>לחץ כדי לערוך סגנון כותרת של תבנית בסיס</a:t>
            </a:r>
            <a:endParaRPr lang="en-US" dirty="0"/>
          </a:p>
        </p:txBody>
      </p:sp>
      <p:sp>
        <p:nvSpPr>
          <p:cNvPr id="3" name="מציין מיקום תוכן 2">
            <a:extLst>
              <a:ext uri="{FF2B5EF4-FFF2-40B4-BE49-F238E27FC236}">
                <a16:creationId xmlns:a16="http://schemas.microsoft.com/office/drawing/2014/main" id="{00327223-CF88-A3FD-E8DF-370D7C19B1B6}"/>
              </a:ext>
            </a:extLst>
          </p:cNvPr>
          <p:cNvSpPr>
            <a:spLocks noGrp="1"/>
          </p:cNvSpPr>
          <p:nvPr>
            <p:ph idx="1"/>
          </p:nvPr>
        </p:nvSpPr>
        <p:spPr>
          <a:xfrm>
            <a:off x="685800" y="2004291"/>
            <a:ext cx="10515600" cy="4172672"/>
          </a:xfrm>
        </p:spPr>
        <p:txBody>
          <a:bodyPr rtlCol="1"/>
          <a:lstStyle/>
          <a:p>
            <a:pPr lvl="0" rtl="1"/>
            <a:r>
              <a:rPr lang="he"/>
              <a:t>לחץ כדי לערוך סגנונות טקסט של תבנית בסיס</a:t>
            </a:r>
          </a:p>
          <a:p>
            <a:pPr lvl="1" rtl="1"/>
            <a:r>
              <a:rPr lang="he"/>
              <a:t>רמה שניה</a:t>
            </a:r>
          </a:p>
          <a:p>
            <a:pPr lvl="2" rtl="1"/>
            <a:r>
              <a:rPr lang="he"/>
              <a:t>רמה שלישית</a:t>
            </a:r>
          </a:p>
          <a:p>
            <a:pPr lvl="3" rtl="1"/>
            <a:r>
              <a:rPr lang="he"/>
              <a:t>רמה רביעית</a:t>
            </a:r>
          </a:p>
          <a:p>
            <a:pPr lvl="4" rtl="1"/>
            <a:r>
              <a:rPr lang="he"/>
              <a:t>רמה חמישית</a:t>
            </a:r>
            <a:endParaRPr lang="en-US" dirty="0"/>
          </a:p>
        </p:txBody>
      </p:sp>
      <p:sp>
        <p:nvSpPr>
          <p:cNvPr id="5" name="מציין מיקום של כותרת תחתונה 4">
            <a:extLst>
              <a:ext uri="{FF2B5EF4-FFF2-40B4-BE49-F238E27FC236}">
                <a16:creationId xmlns:a16="http://schemas.microsoft.com/office/drawing/2014/main" id="{A7E38D70-266E-0D00-4BB2-CEF20A35B76C}"/>
              </a:ext>
            </a:extLst>
          </p:cNvPr>
          <p:cNvSpPr>
            <a:spLocks noGrp="1"/>
          </p:cNvSpPr>
          <p:nvPr>
            <p:ph type="ftr" sz="quarter" idx="11"/>
          </p:nvPr>
        </p:nvSpPr>
        <p:spPr>
          <a:xfrm>
            <a:off x="685800" y="6445997"/>
            <a:ext cx="3949302" cy="365125"/>
          </a:xfrm>
        </p:spPr>
        <p:txBody>
          <a:bodyPr rtlCol="1"/>
          <a:lstStyle/>
          <a:p>
            <a:pPr rtl="1"/>
            <a:r>
              <a:rPr lang="he"/>
              <a:t>טקסט כותרת תחתונה לדוגמה</a:t>
            </a:r>
          </a:p>
        </p:txBody>
      </p:sp>
      <p:sp>
        <p:nvSpPr>
          <p:cNvPr id="4" name="מציין מיקום של תאריך 3">
            <a:extLst>
              <a:ext uri="{FF2B5EF4-FFF2-40B4-BE49-F238E27FC236}">
                <a16:creationId xmlns:a16="http://schemas.microsoft.com/office/drawing/2014/main" id="{ADC28223-FDFF-908F-158A-3401127BA5C7}"/>
              </a:ext>
            </a:extLst>
          </p:cNvPr>
          <p:cNvSpPr>
            <a:spLocks noGrp="1"/>
          </p:cNvSpPr>
          <p:nvPr>
            <p:ph type="dt" sz="half" idx="10"/>
          </p:nvPr>
        </p:nvSpPr>
        <p:spPr/>
        <p:txBody>
          <a:bodyPr rtlCol="1"/>
          <a:lstStyle/>
          <a:p>
            <a:pPr rtl="1"/>
            <a:r>
              <a:rPr lang="en-US"/>
              <a:t>11/08/2025</a:t>
            </a:r>
          </a:p>
        </p:txBody>
      </p:sp>
      <p:sp>
        <p:nvSpPr>
          <p:cNvPr id="6" name="מציין מיקום של מספר שקופית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rtlCol="1"/>
          <a:lstStyle/>
          <a:p>
            <a:pPr rtl="1"/>
            <a:fld id="{DDF60B60-82CA-4BB9-BA6E-A62FADF2374B}" type="slidenum">
              <a:rPr lang="en-US" smtClean="0"/>
              <a:t>‹#›</a:t>
            </a:fld>
            <a:endParaRPr lang="en-US"/>
          </a:p>
        </p:txBody>
      </p:sp>
      <p:cxnSp>
        <p:nvCxnSpPr>
          <p:cNvPr id="15" name="מחבר ישר 14">
            <a:extLst>
              <a:ext uri="{FF2B5EF4-FFF2-40B4-BE49-F238E27FC236}">
                <a16:creationId xmlns:a16="http://schemas.microsoft.com/office/drawing/2014/main" id="{176D044F-5574-D6D7-2A47-5069E411C22F}"/>
              </a:ext>
            </a:extLst>
          </p:cNvPr>
          <p:cNvCxnSpPr>
            <a:cxnSpLocks/>
          </p:cNvCxnSpPr>
          <p:nvPr/>
        </p:nvCxnSpPr>
        <p:spPr>
          <a:xfrm flipH="1">
            <a:off x="0" y="1825625"/>
            <a:ext cx="12210293"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06187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כותרת עם תמונה 2">
    <p:bg>
      <p:bgRef idx="1001">
        <a:schemeClr val="bg2"/>
      </p:bgRef>
    </p:bg>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A509CE9-F18C-5020-CF43-5960AFE654F6}"/>
              </a:ext>
            </a:extLst>
          </p:cNvPr>
          <p:cNvSpPr>
            <a:spLocks noGrp="1"/>
          </p:cNvSpPr>
          <p:nvPr>
            <p:ph type="ctrTitle"/>
          </p:nvPr>
        </p:nvSpPr>
        <p:spPr>
          <a:xfrm>
            <a:off x="512724" y="1480212"/>
            <a:ext cx="3918954" cy="2273637"/>
          </a:xfrm>
        </p:spPr>
        <p:txBody>
          <a:bodyPr vert="horz" lIns="91440" tIns="45720" rIns="91440" bIns="45720" rtlCol="1" anchor="b">
            <a:normAutofit/>
          </a:bodyPr>
          <a:lstStyle>
            <a:lvl1pPr algn="ctr" rtl="1">
              <a:defRPr lang="en-US" sz="3600" dirty="0">
                <a:solidFill>
                  <a:schemeClr val="tx2">
                    <a:alpha val="90000"/>
                  </a:schemeClr>
                </a:solidFill>
              </a:defRPr>
            </a:lvl1pPr>
          </a:lstStyle>
          <a:p>
            <a:pPr lvl="0" algn="ctr" rtl="1"/>
            <a:r>
              <a:rPr lang="he"/>
              <a:t>לחץ כדי לערוך סגנון כותרת של תבנית בסיס</a:t>
            </a:r>
            <a:endParaRPr lang="en-US" dirty="0"/>
          </a:p>
        </p:txBody>
      </p:sp>
      <p:sp>
        <p:nvSpPr>
          <p:cNvPr id="3" name="כותרת משנה 2">
            <a:extLst>
              <a:ext uri="{FF2B5EF4-FFF2-40B4-BE49-F238E27FC236}">
                <a16:creationId xmlns:a16="http://schemas.microsoft.com/office/drawing/2014/main" id="{A16B3AA5-F8D6-AB69-241F-6F8F1DD41E55}"/>
              </a:ext>
            </a:extLst>
          </p:cNvPr>
          <p:cNvSpPr>
            <a:spLocks noGrp="1"/>
          </p:cNvSpPr>
          <p:nvPr>
            <p:ph type="subTitle" idx="1"/>
          </p:nvPr>
        </p:nvSpPr>
        <p:spPr>
          <a:xfrm>
            <a:off x="620272" y="4232388"/>
            <a:ext cx="3703859" cy="1542770"/>
          </a:xfrm>
        </p:spPr>
        <p:txBody>
          <a:bodyPr vert="horz" lIns="91440" tIns="45720" rIns="91440" bIns="45720" rtlCol="1">
            <a:normAutofit/>
          </a:bodyPr>
          <a:lstStyle>
            <a:lvl1pPr marL="0" indent="0" algn="ctr" rtl="1">
              <a:buNone/>
              <a:defRPr lang="en-US" dirty="0"/>
            </a:lvl1pPr>
          </a:lstStyle>
          <a:p>
            <a:pPr lvl="0" rtl="1"/>
            <a:r>
              <a:rPr lang="he"/>
              <a:t>לחץ כדי לערוך סגנון כותרת משנה של תבנית בסיס</a:t>
            </a:r>
            <a:endParaRPr lang="en-US" dirty="0"/>
          </a:p>
        </p:txBody>
      </p:sp>
      <p:sp>
        <p:nvSpPr>
          <p:cNvPr id="16" name="מציין מיקום של תמונה 15">
            <a:extLst>
              <a:ext uri="{FF2B5EF4-FFF2-40B4-BE49-F238E27FC236}">
                <a16:creationId xmlns:a16="http://schemas.microsoft.com/office/drawing/2014/main" id="{569E8996-63F9-282F-EB89-823A9E405F96}"/>
              </a:ext>
            </a:extLst>
          </p:cNvPr>
          <p:cNvSpPr>
            <a:spLocks noGrp="1"/>
          </p:cNvSpPr>
          <p:nvPr>
            <p:ph type="pic" sz="quarter" idx="13" hasCustomPrompt="1"/>
          </p:nvPr>
        </p:nvSpPr>
        <p:spPr>
          <a:xfrm>
            <a:off x="4958748" y="465265"/>
            <a:ext cx="7240587" cy="5927467"/>
          </a:xfrm>
          <a:blipFill dpi="0" rotWithShape="1">
            <a:blip r:embed="rId2">
              <a:alphaModFix amt="80000"/>
            </a:blip>
            <a:srcRect/>
            <a:stretch>
              <a:fillRect/>
            </a:stretch>
          </a:blipFill>
        </p:spPr>
        <p:txBody>
          <a:bodyPr rtlCol="1"/>
          <a:lstStyle>
            <a:lvl1pPr marL="0" indent="0" algn="r" rtl="1">
              <a:buNone/>
              <a:defRPr/>
            </a:lvl1pPr>
          </a:lstStyle>
          <a:p>
            <a:pPr rtl="1"/>
            <a:r>
              <a:rPr lang="he"/>
              <a:t> </a:t>
            </a:r>
          </a:p>
        </p:txBody>
      </p:sp>
      <p:sp>
        <p:nvSpPr>
          <p:cNvPr id="5" name="מציין מיקום של כותרת תחתונה 4">
            <a:extLst>
              <a:ext uri="{FF2B5EF4-FFF2-40B4-BE49-F238E27FC236}">
                <a16:creationId xmlns:a16="http://schemas.microsoft.com/office/drawing/2014/main" id="{7AE78127-77D8-DF99-4AE0-F322800B057B}"/>
              </a:ext>
            </a:extLst>
          </p:cNvPr>
          <p:cNvSpPr>
            <a:spLocks noGrp="1"/>
          </p:cNvSpPr>
          <p:nvPr>
            <p:ph type="ftr" sz="quarter" idx="11"/>
          </p:nvPr>
        </p:nvSpPr>
        <p:spPr/>
        <p:txBody>
          <a:bodyPr rtlCol="1"/>
          <a:lstStyle>
            <a:lvl1pPr algn="r" rtl="1">
              <a:defRPr>
                <a:solidFill>
                  <a:schemeClr val="tx2"/>
                </a:solidFill>
              </a:defRPr>
            </a:lvl1pPr>
          </a:lstStyle>
          <a:p>
            <a:pPr rtl="1"/>
            <a:r>
              <a:rPr lang="he"/>
              <a:t>טקסט כותרת תחתונה לדוגמה</a:t>
            </a:r>
          </a:p>
        </p:txBody>
      </p:sp>
      <p:sp>
        <p:nvSpPr>
          <p:cNvPr id="4" name="מציין מיקום של תאריך 3">
            <a:extLst>
              <a:ext uri="{FF2B5EF4-FFF2-40B4-BE49-F238E27FC236}">
                <a16:creationId xmlns:a16="http://schemas.microsoft.com/office/drawing/2014/main" id="{D2D04168-7304-004B-C2F6-42E38FDC5908}"/>
              </a:ext>
            </a:extLst>
          </p:cNvPr>
          <p:cNvSpPr>
            <a:spLocks noGrp="1"/>
          </p:cNvSpPr>
          <p:nvPr>
            <p:ph type="dt" sz="half" idx="10"/>
          </p:nvPr>
        </p:nvSpPr>
        <p:spPr/>
        <p:txBody>
          <a:bodyPr rtlCol="1"/>
          <a:lstStyle>
            <a:lvl1pPr algn="r" rtl="1">
              <a:defRPr>
                <a:solidFill>
                  <a:schemeClr val="tx2"/>
                </a:solidFill>
              </a:defRPr>
            </a:lvl1pPr>
          </a:lstStyle>
          <a:p>
            <a:pPr rtl="1"/>
            <a:r>
              <a:rPr lang="en-US"/>
              <a:t>11/08/2025</a:t>
            </a:r>
          </a:p>
        </p:txBody>
      </p:sp>
      <p:sp>
        <p:nvSpPr>
          <p:cNvPr id="6" name="מציין מיקום של מספר שקופית 5">
            <a:extLst>
              <a:ext uri="{FF2B5EF4-FFF2-40B4-BE49-F238E27FC236}">
                <a16:creationId xmlns:a16="http://schemas.microsoft.com/office/drawing/2014/main" id="{D7C58464-EE0F-215A-2FA8-F434687B9E7A}"/>
              </a:ext>
            </a:extLst>
          </p:cNvPr>
          <p:cNvSpPr>
            <a:spLocks noGrp="1"/>
          </p:cNvSpPr>
          <p:nvPr>
            <p:ph type="sldNum" sz="quarter" idx="12"/>
          </p:nvPr>
        </p:nvSpPr>
        <p:spPr/>
        <p:txBody>
          <a:bodyPr rtlCol="1"/>
          <a:lstStyle>
            <a:lvl1pPr algn="r" rtl="1">
              <a:defRPr>
                <a:solidFill>
                  <a:schemeClr val="tx2"/>
                </a:solidFill>
              </a:defRPr>
            </a:lvl1pPr>
          </a:lstStyle>
          <a:p>
            <a:pPr rtl="1"/>
            <a:fld id="{DDF60B60-82CA-4BB9-BA6E-A62FADF2374B}" type="slidenum">
              <a:rPr lang="en-US" smtClean="0"/>
              <a:t>‹#›</a:t>
            </a:fld>
            <a:endParaRPr lang="en-US"/>
          </a:p>
        </p:txBody>
      </p:sp>
      <p:cxnSp>
        <p:nvCxnSpPr>
          <p:cNvPr id="10" name="מחבר ישר 9">
            <a:extLst>
              <a:ext uri="{FF2B5EF4-FFF2-40B4-BE49-F238E27FC236}">
                <a16:creationId xmlns:a16="http://schemas.microsoft.com/office/drawing/2014/main" id="{90C7E87E-EC44-47F9-6172-5EEA03DE5D87}"/>
              </a:ext>
            </a:extLst>
          </p:cNvPr>
          <p:cNvCxnSpPr>
            <a:cxnSpLocks/>
          </p:cNvCxnSpPr>
          <p:nvPr/>
        </p:nvCxnSpPr>
        <p:spPr>
          <a:xfrm flipH="1">
            <a:off x="0" y="459932"/>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מחבר ישר 10">
            <a:extLst>
              <a:ext uri="{FF2B5EF4-FFF2-40B4-BE49-F238E27FC236}">
                <a16:creationId xmlns:a16="http://schemas.microsoft.com/office/drawing/2014/main" id="{7071CA13-2095-558D-E0DC-1576A14BBE72}"/>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מחבר ישר 11">
            <a:extLst>
              <a:ext uri="{FF2B5EF4-FFF2-40B4-BE49-F238E27FC236}">
                <a16:creationId xmlns:a16="http://schemas.microsoft.com/office/drawing/2014/main" id="{B159F346-B80F-F5BC-5D76-9443FA0031B4}"/>
              </a:ext>
            </a:extLst>
          </p:cNvPr>
          <p:cNvCxnSpPr>
            <a:cxnSpLocks/>
          </p:cNvCxnSpPr>
          <p:nvPr/>
        </p:nvCxnSpPr>
        <p:spPr>
          <a:xfrm>
            <a:off x="4951575"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836325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כותרת עם תמונה 3">
    <p:bg>
      <p:bgRef idx="1001">
        <a:schemeClr val="bg2"/>
      </p:bgRef>
    </p:bg>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A509CE9-F18C-5020-CF43-5960AFE654F6}"/>
              </a:ext>
            </a:extLst>
          </p:cNvPr>
          <p:cNvSpPr>
            <a:spLocks noGrp="1"/>
          </p:cNvSpPr>
          <p:nvPr>
            <p:ph type="ctrTitle"/>
          </p:nvPr>
        </p:nvSpPr>
        <p:spPr>
          <a:xfrm>
            <a:off x="7772445" y="1480212"/>
            <a:ext cx="3849131" cy="2871351"/>
          </a:xfrm>
        </p:spPr>
        <p:txBody>
          <a:bodyPr rtlCol="1" anchor="ctr">
            <a:normAutofit/>
          </a:bodyPr>
          <a:lstStyle>
            <a:lvl1pPr algn="ctr" rtl="1">
              <a:defRPr sz="3600">
                <a:solidFill>
                  <a:schemeClr val="tx2">
                    <a:alpha val="90000"/>
                  </a:schemeClr>
                </a:solidFill>
              </a:defRPr>
            </a:lvl1pPr>
          </a:lstStyle>
          <a:p>
            <a:pPr rtl="1"/>
            <a:r>
              <a:rPr lang="he"/>
              <a:t>לחץ כדי לערוך סגנון כותרת של תבנית בסיס</a:t>
            </a:r>
            <a:endParaRPr lang="en-US" dirty="0"/>
          </a:p>
        </p:txBody>
      </p:sp>
      <p:sp>
        <p:nvSpPr>
          <p:cNvPr id="3" name="כותרת משנה 2">
            <a:extLst>
              <a:ext uri="{FF2B5EF4-FFF2-40B4-BE49-F238E27FC236}">
                <a16:creationId xmlns:a16="http://schemas.microsoft.com/office/drawing/2014/main" id="{A16B3AA5-F8D6-AB69-241F-6F8F1DD41E55}"/>
              </a:ext>
            </a:extLst>
          </p:cNvPr>
          <p:cNvSpPr>
            <a:spLocks noGrp="1"/>
          </p:cNvSpPr>
          <p:nvPr>
            <p:ph type="subTitle" idx="1"/>
          </p:nvPr>
        </p:nvSpPr>
        <p:spPr>
          <a:xfrm>
            <a:off x="7772446" y="5410440"/>
            <a:ext cx="3849128" cy="1068207"/>
          </a:xfrm>
        </p:spPr>
        <p:txBody>
          <a:bodyPr rtlCol="1" anchor="ctr">
            <a:normAutofit/>
          </a:bodyPr>
          <a:lstStyle>
            <a:lvl1pPr marL="0" indent="0" algn="ctr" rtl="1">
              <a:buNone/>
              <a:defRPr sz="1800">
                <a:solidFill>
                  <a:schemeClr val="tx2"/>
                </a:solidFill>
              </a:defRPr>
            </a:lvl1pPr>
            <a:lvl2pPr marL="457200" indent="0" algn="ctr" rtl="1">
              <a:buNone/>
              <a:defRPr sz="2000"/>
            </a:lvl2pPr>
            <a:lvl3pPr marL="914400" indent="0" algn="ctr" rtl="1">
              <a:buNone/>
              <a:defRPr sz="1800"/>
            </a:lvl3pPr>
            <a:lvl4pPr marL="1371600" indent="0" algn="ctr" rtl="1">
              <a:buNone/>
              <a:defRPr sz="1600"/>
            </a:lvl4pPr>
            <a:lvl5pPr marL="1828800" indent="0" algn="ctr" rtl="1">
              <a:buNone/>
              <a:defRPr sz="1600"/>
            </a:lvl5pPr>
            <a:lvl6pPr marL="2286000" indent="0" algn="ctr" rtl="1">
              <a:buNone/>
              <a:defRPr sz="1600"/>
            </a:lvl6pPr>
            <a:lvl7pPr marL="2743200" indent="0" algn="ctr" rtl="1">
              <a:buNone/>
              <a:defRPr sz="1600"/>
            </a:lvl7pPr>
            <a:lvl8pPr marL="3200400" indent="0" algn="ctr" rtl="1">
              <a:buNone/>
              <a:defRPr sz="1600"/>
            </a:lvl8pPr>
            <a:lvl9pPr marL="3657600" indent="0" algn="ctr" rtl="1">
              <a:buNone/>
              <a:defRPr sz="1600"/>
            </a:lvl9pPr>
          </a:lstStyle>
          <a:p>
            <a:pPr rtl="1"/>
            <a:r>
              <a:rPr lang="he"/>
              <a:t>לחץ כדי לערוך סגנון כותרת משנה של תבנית בסיס</a:t>
            </a:r>
            <a:endParaRPr lang="en-US" dirty="0"/>
          </a:p>
        </p:txBody>
      </p:sp>
      <p:sp>
        <p:nvSpPr>
          <p:cNvPr id="16" name="מציין מיקום של תמונה 15">
            <a:extLst>
              <a:ext uri="{FF2B5EF4-FFF2-40B4-BE49-F238E27FC236}">
                <a16:creationId xmlns:a16="http://schemas.microsoft.com/office/drawing/2014/main" id="{569E8996-63F9-282F-EB89-823A9E405F96}"/>
              </a:ext>
            </a:extLst>
          </p:cNvPr>
          <p:cNvSpPr>
            <a:spLocks noGrp="1"/>
          </p:cNvSpPr>
          <p:nvPr>
            <p:ph type="pic" sz="quarter" idx="13" hasCustomPrompt="1"/>
          </p:nvPr>
        </p:nvSpPr>
        <p:spPr>
          <a:xfrm>
            <a:off x="0" y="0"/>
            <a:ext cx="7204414" cy="6859634"/>
          </a:xfrm>
          <a:blipFill dpi="0" rotWithShape="1">
            <a:blip r:embed="rId2">
              <a:alphaModFix amt="80000"/>
            </a:blip>
            <a:srcRect/>
            <a:stretch>
              <a:fillRect/>
            </a:stretch>
          </a:blipFill>
        </p:spPr>
        <p:txBody>
          <a:bodyPr rtlCol="1"/>
          <a:lstStyle>
            <a:lvl1pPr marL="0" indent="0" algn="r" rtl="1">
              <a:buNone/>
              <a:defRPr/>
            </a:lvl1pPr>
          </a:lstStyle>
          <a:p>
            <a:pPr rtl="1"/>
            <a:r>
              <a:rPr lang="he"/>
              <a:t> </a:t>
            </a:r>
          </a:p>
        </p:txBody>
      </p:sp>
      <p:sp>
        <p:nvSpPr>
          <p:cNvPr id="5" name="מציין מיקום של כותרת תחתונה 4">
            <a:extLst>
              <a:ext uri="{FF2B5EF4-FFF2-40B4-BE49-F238E27FC236}">
                <a16:creationId xmlns:a16="http://schemas.microsoft.com/office/drawing/2014/main" id="{7AE78127-77D8-DF99-4AE0-F322800B057B}"/>
              </a:ext>
            </a:extLst>
          </p:cNvPr>
          <p:cNvSpPr>
            <a:spLocks noGrp="1"/>
          </p:cNvSpPr>
          <p:nvPr>
            <p:ph type="ftr" sz="quarter" idx="11"/>
          </p:nvPr>
        </p:nvSpPr>
        <p:spPr>
          <a:xfrm>
            <a:off x="7429501" y="6445997"/>
            <a:ext cx="2955465" cy="365125"/>
          </a:xfrm>
        </p:spPr>
        <p:txBody>
          <a:bodyPr rtlCol="1"/>
          <a:lstStyle>
            <a:lvl1pPr algn="r" rtl="1">
              <a:defRPr>
                <a:solidFill>
                  <a:schemeClr val="tx2"/>
                </a:solidFill>
              </a:defRPr>
            </a:lvl1pPr>
          </a:lstStyle>
          <a:p>
            <a:pPr rtl="1"/>
            <a:r>
              <a:rPr lang="he"/>
              <a:t>טקסט כותרת תחתונה לדוגמה</a:t>
            </a:r>
          </a:p>
        </p:txBody>
      </p:sp>
      <p:sp>
        <p:nvSpPr>
          <p:cNvPr id="4" name="מציין מיקום של תאריך 3">
            <a:extLst>
              <a:ext uri="{FF2B5EF4-FFF2-40B4-BE49-F238E27FC236}">
                <a16:creationId xmlns:a16="http://schemas.microsoft.com/office/drawing/2014/main" id="{D2D04168-7304-004B-C2F6-42E38FDC5908}"/>
              </a:ext>
            </a:extLst>
          </p:cNvPr>
          <p:cNvSpPr>
            <a:spLocks noGrp="1"/>
          </p:cNvSpPr>
          <p:nvPr>
            <p:ph type="dt" sz="half" idx="10"/>
          </p:nvPr>
        </p:nvSpPr>
        <p:spPr>
          <a:xfrm>
            <a:off x="10226650" y="6445997"/>
            <a:ext cx="1353059" cy="365125"/>
          </a:xfrm>
        </p:spPr>
        <p:txBody>
          <a:bodyPr rtlCol="1"/>
          <a:lstStyle>
            <a:lvl1pPr algn="r" rtl="1">
              <a:defRPr>
                <a:solidFill>
                  <a:schemeClr val="tx2"/>
                </a:solidFill>
              </a:defRPr>
            </a:lvl1pPr>
          </a:lstStyle>
          <a:p>
            <a:pPr rtl="1"/>
            <a:r>
              <a:rPr lang="en-US"/>
              <a:t>11/08/2025</a:t>
            </a:r>
          </a:p>
        </p:txBody>
      </p:sp>
      <p:sp>
        <p:nvSpPr>
          <p:cNvPr id="6" name="מציין מיקום של מספר שקופית 5">
            <a:extLst>
              <a:ext uri="{FF2B5EF4-FFF2-40B4-BE49-F238E27FC236}">
                <a16:creationId xmlns:a16="http://schemas.microsoft.com/office/drawing/2014/main" id="{D7C58464-EE0F-215A-2FA8-F434687B9E7A}"/>
              </a:ext>
            </a:extLst>
          </p:cNvPr>
          <p:cNvSpPr>
            <a:spLocks noGrp="1"/>
          </p:cNvSpPr>
          <p:nvPr>
            <p:ph type="sldNum" sz="quarter" idx="12"/>
          </p:nvPr>
        </p:nvSpPr>
        <p:spPr/>
        <p:txBody>
          <a:bodyPr rtlCol="1"/>
          <a:lstStyle>
            <a:lvl1pPr algn="r" rtl="1">
              <a:defRPr>
                <a:solidFill>
                  <a:schemeClr val="tx2"/>
                </a:solidFill>
              </a:defRPr>
            </a:lvl1pPr>
          </a:lstStyle>
          <a:p>
            <a:pPr rtl="1"/>
            <a:fld id="{DDF60B60-82CA-4BB9-BA6E-A62FADF2374B}" type="slidenum">
              <a:rPr lang="en-US" smtClean="0"/>
              <a:t>‹#›</a:t>
            </a:fld>
            <a:endParaRPr lang="en-US"/>
          </a:p>
        </p:txBody>
      </p:sp>
      <p:cxnSp>
        <p:nvCxnSpPr>
          <p:cNvPr id="7" name="מחבר ישר 6">
            <a:extLst>
              <a:ext uri="{FF2B5EF4-FFF2-40B4-BE49-F238E27FC236}">
                <a16:creationId xmlns:a16="http://schemas.microsoft.com/office/drawing/2014/main" id="{88BE003B-9AA9-5AAB-16A3-CC8CD5997AAA}"/>
              </a:ext>
            </a:extLst>
          </p:cNvPr>
          <p:cNvCxnSpPr>
            <a:cxnSpLocks/>
          </p:cNvCxnSpPr>
          <p:nvPr/>
        </p:nvCxnSpPr>
        <p:spPr>
          <a:xfrm flipH="1">
            <a:off x="7206802" y="5031087"/>
            <a:ext cx="4985198"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מחבר ישר 7">
            <a:extLst>
              <a:ext uri="{FF2B5EF4-FFF2-40B4-BE49-F238E27FC236}">
                <a16:creationId xmlns:a16="http://schemas.microsoft.com/office/drawing/2014/main" id="{50CBC2A1-BC50-27CD-C764-435FA7A59ABD}"/>
              </a:ext>
            </a:extLst>
          </p:cNvPr>
          <p:cNvCxnSpPr>
            <a:cxnSpLocks/>
          </p:cNvCxnSpPr>
          <p:nvPr/>
        </p:nvCxnSpPr>
        <p:spPr>
          <a:xfrm>
            <a:off x="7206802"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23388852"/>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כותרת עם תמונה 4">
    <p:bg>
      <p:bgRef idx="1001">
        <a:schemeClr val="bg2"/>
      </p:bgRef>
    </p:bg>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A509CE9-F18C-5020-CF43-5960AFE654F6}"/>
              </a:ext>
            </a:extLst>
          </p:cNvPr>
          <p:cNvSpPr>
            <a:spLocks noGrp="1"/>
          </p:cNvSpPr>
          <p:nvPr>
            <p:ph type="ctrTitle"/>
          </p:nvPr>
        </p:nvSpPr>
        <p:spPr>
          <a:xfrm>
            <a:off x="685800" y="5160261"/>
            <a:ext cx="10813067" cy="783835"/>
          </a:xfrm>
        </p:spPr>
        <p:txBody>
          <a:bodyPr vert="horz" lIns="91440" tIns="45720" rIns="91440" bIns="45720" rtlCol="1" anchor="b">
            <a:normAutofit/>
          </a:bodyPr>
          <a:lstStyle>
            <a:lvl1pPr algn="r" rtl="1">
              <a:defRPr lang="en-US" sz="3600" dirty="0">
                <a:solidFill>
                  <a:schemeClr val="tx2">
                    <a:alpha val="90000"/>
                  </a:schemeClr>
                </a:solidFill>
              </a:defRPr>
            </a:lvl1pPr>
          </a:lstStyle>
          <a:p>
            <a:pPr lvl="0" rtl="1"/>
            <a:r>
              <a:rPr lang="he"/>
              <a:t>לחץ כדי לערוך סגנון כותרת של תבנית בסיס</a:t>
            </a:r>
            <a:endParaRPr lang="en-US" dirty="0"/>
          </a:p>
        </p:txBody>
      </p:sp>
      <p:sp>
        <p:nvSpPr>
          <p:cNvPr id="3" name="כותרת משנה 2">
            <a:extLst>
              <a:ext uri="{FF2B5EF4-FFF2-40B4-BE49-F238E27FC236}">
                <a16:creationId xmlns:a16="http://schemas.microsoft.com/office/drawing/2014/main" id="{A16B3AA5-F8D6-AB69-241F-6F8F1DD41E55}"/>
              </a:ext>
            </a:extLst>
          </p:cNvPr>
          <p:cNvSpPr>
            <a:spLocks noGrp="1"/>
          </p:cNvSpPr>
          <p:nvPr>
            <p:ph type="subTitle" idx="1"/>
          </p:nvPr>
        </p:nvSpPr>
        <p:spPr>
          <a:xfrm>
            <a:off x="685800" y="5931483"/>
            <a:ext cx="10813067" cy="611557"/>
          </a:xfrm>
        </p:spPr>
        <p:txBody>
          <a:bodyPr vert="horz" lIns="91440" tIns="45720" rIns="91440" bIns="45720" rtlCol="1">
            <a:normAutofit/>
          </a:bodyPr>
          <a:lstStyle>
            <a:lvl1pPr marL="0" indent="0" algn="r" rtl="1">
              <a:buNone/>
              <a:defRPr lang="en-US" dirty="0"/>
            </a:lvl1pPr>
          </a:lstStyle>
          <a:p>
            <a:pPr lvl="0" rtl="1"/>
            <a:r>
              <a:rPr lang="he"/>
              <a:t>לחץ כדי לערוך סגנון כותרת משנה של תבנית בסיס</a:t>
            </a:r>
            <a:endParaRPr lang="en-US" dirty="0"/>
          </a:p>
        </p:txBody>
      </p:sp>
      <p:sp>
        <p:nvSpPr>
          <p:cNvPr id="16" name="מציין מיקום של תמונה 15">
            <a:extLst>
              <a:ext uri="{FF2B5EF4-FFF2-40B4-BE49-F238E27FC236}">
                <a16:creationId xmlns:a16="http://schemas.microsoft.com/office/drawing/2014/main" id="{569E8996-63F9-282F-EB89-823A9E405F96}"/>
              </a:ext>
            </a:extLst>
          </p:cNvPr>
          <p:cNvSpPr>
            <a:spLocks noGrp="1"/>
          </p:cNvSpPr>
          <p:nvPr>
            <p:ph type="pic" sz="quarter" idx="13" hasCustomPrompt="1"/>
          </p:nvPr>
        </p:nvSpPr>
        <p:spPr>
          <a:xfrm>
            <a:off x="462974" y="0"/>
            <a:ext cx="11268845" cy="5019190"/>
          </a:xfrm>
          <a:blipFill dpi="0" rotWithShape="1">
            <a:blip r:embed="rId2">
              <a:alphaModFix amt="80000"/>
            </a:blip>
            <a:srcRect/>
            <a:stretch>
              <a:fillRect/>
            </a:stretch>
          </a:blipFill>
        </p:spPr>
        <p:txBody>
          <a:bodyPr rtlCol="1"/>
          <a:lstStyle>
            <a:lvl1pPr marL="0" indent="0" algn="r" rtl="1">
              <a:buNone/>
              <a:defRPr/>
            </a:lvl1pPr>
          </a:lstStyle>
          <a:p>
            <a:pPr rtl="1"/>
            <a:r>
              <a:rPr lang="he"/>
              <a:t> </a:t>
            </a:r>
          </a:p>
        </p:txBody>
      </p:sp>
      <p:sp>
        <p:nvSpPr>
          <p:cNvPr id="5" name="מציין מיקום של כותרת תחתונה 4">
            <a:extLst>
              <a:ext uri="{FF2B5EF4-FFF2-40B4-BE49-F238E27FC236}">
                <a16:creationId xmlns:a16="http://schemas.microsoft.com/office/drawing/2014/main" id="{7AE78127-77D8-DF99-4AE0-F322800B057B}"/>
              </a:ext>
            </a:extLst>
          </p:cNvPr>
          <p:cNvSpPr>
            <a:spLocks noGrp="1"/>
          </p:cNvSpPr>
          <p:nvPr>
            <p:ph type="ftr" sz="quarter" idx="11"/>
          </p:nvPr>
        </p:nvSpPr>
        <p:spPr>
          <a:xfrm>
            <a:off x="685800" y="6445997"/>
            <a:ext cx="3949302" cy="365125"/>
          </a:xfrm>
        </p:spPr>
        <p:txBody>
          <a:bodyPr rtlCol="1"/>
          <a:lstStyle>
            <a:lvl1pPr algn="r" rtl="1">
              <a:defRPr>
                <a:solidFill>
                  <a:schemeClr val="tx2"/>
                </a:solidFill>
              </a:defRPr>
            </a:lvl1pPr>
          </a:lstStyle>
          <a:p>
            <a:pPr rtl="1"/>
            <a:r>
              <a:rPr lang="he"/>
              <a:t>טקסט כותרת תחתונה לדוגמה</a:t>
            </a:r>
          </a:p>
        </p:txBody>
      </p:sp>
      <p:sp>
        <p:nvSpPr>
          <p:cNvPr id="4" name="מציין מיקום של תאריך 3">
            <a:extLst>
              <a:ext uri="{FF2B5EF4-FFF2-40B4-BE49-F238E27FC236}">
                <a16:creationId xmlns:a16="http://schemas.microsoft.com/office/drawing/2014/main" id="{D2D04168-7304-004B-C2F6-42E38FDC5908}"/>
              </a:ext>
            </a:extLst>
          </p:cNvPr>
          <p:cNvSpPr>
            <a:spLocks noGrp="1"/>
          </p:cNvSpPr>
          <p:nvPr>
            <p:ph type="dt" sz="half" idx="10"/>
          </p:nvPr>
        </p:nvSpPr>
        <p:spPr/>
        <p:txBody>
          <a:bodyPr rtlCol="1"/>
          <a:lstStyle>
            <a:lvl1pPr algn="r" rtl="1">
              <a:defRPr>
                <a:solidFill>
                  <a:schemeClr val="tx2"/>
                </a:solidFill>
              </a:defRPr>
            </a:lvl1pPr>
          </a:lstStyle>
          <a:p>
            <a:pPr rtl="1"/>
            <a:r>
              <a:rPr lang="en-US"/>
              <a:t>11/08/2025</a:t>
            </a:r>
          </a:p>
        </p:txBody>
      </p:sp>
      <p:sp>
        <p:nvSpPr>
          <p:cNvPr id="6" name="מציין מיקום של מספר שקופית 5">
            <a:extLst>
              <a:ext uri="{FF2B5EF4-FFF2-40B4-BE49-F238E27FC236}">
                <a16:creationId xmlns:a16="http://schemas.microsoft.com/office/drawing/2014/main" id="{D7C58464-EE0F-215A-2FA8-F434687B9E7A}"/>
              </a:ext>
            </a:extLst>
          </p:cNvPr>
          <p:cNvSpPr>
            <a:spLocks noGrp="1"/>
          </p:cNvSpPr>
          <p:nvPr>
            <p:ph type="sldNum" sz="quarter" idx="12"/>
          </p:nvPr>
        </p:nvSpPr>
        <p:spPr/>
        <p:txBody>
          <a:bodyPr rtlCol="1"/>
          <a:lstStyle>
            <a:lvl1pPr algn="r" rtl="1">
              <a:defRPr>
                <a:solidFill>
                  <a:schemeClr val="tx2"/>
                </a:solidFill>
              </a:defRPr>
            </a:lvl1pPr>
          </a:lstStyle>
          <a:p>
            <a:pPr rtl="1"/>
            <a:fld id="{DDF60B60-82CA-4BB9-BA6E-A62FADF2374B}" type="slidenum">
              <a:rPr lang="en-US" smtClean="0"/>
              <a:t>‹#›</a:t>
            </a:fld>
            <a:endParaRPr lang="en-US"/>
          </a:p>
        </p:txBody>
      </p:sp>
      <p:cxnSp>
        <p:nvCxnSpPr>
          <p:cNvPr id="7" name="מחבר ישר 6">
            <a:extLst>
              <a:ext uri="{FF2B5EF4-FFF2-40B4-BE49-F238E27FC236}">
                <a16:creationId xmlns:a16="http://schemas.microsoft.com/office/drawing/2014/main" id="{FFFC4771-5A22-2E68-AB04-0949D0A15B66}"/>
              </a:ext>
            </a:extLst>
          </p:cNvPr>
          <p:cNvCxnSpPr>
            <a:cxnSpLocks/>
          </p:cNvCxnSpPr>
          <p:nvPr/>
        </p:nvCxnSpPr>
        <p:spPr>
          <a:xfrm flipH="1">
            <a:off x="0" y="5019261"/>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מחבר ישר 8">
            <a:extLst>
              <a:ext uri="{FF2B5EF4-FFF2-40B4-BE49-F238E27FC236}">
                <a16:creationId xmlns:a16="http://schemas.microsoft.com/office/drawing/2014/main" id="{0AA95C5A-6D75-9E1D-C459-7F2022E84F55}"/>
              </a:ext>
            </a:extLst>
          </p:cNvPr>
          <p:cNvCxnSpPr>
            <a:cxnSpLocks/>
          </p:cNvCxnSpPr>
          <p:nvPr/>
        </p:nvCxnSpPr>
        <p:spPr>
          <a:xfrm>
            <a:off x="4572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מחבר ישר 9">
            <a:extLst>
              <a:ext uri="{FF2B5EF4-FFF2-40B4-BE49-F238E27FC236}">
                <a16:creationId xmlns:a16="http://schemas.microsoft.com/office/drawing/2014/main" id="{00ED5AC1-9F96-A868-7F45-523BF1A45E7C}"/>
              </a:ext>
            </a:extLst>
          </p:cNvPr>
          <p:cNvCxnSpPr>
            <a:cxnSpLocks/>
          </p:cNvCxnSpPr>
          <p:nvPr/>
        </p:nvCxnSpPr>
        <p:spPr>
          <a:xfrm>
            <a:off x="117348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2885426"/>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תפקיד">
    <p:bg>
      <p:bgRef idx="1001">
        <a:schemeClr val="bg2"/>
      </p:bgRef>
    </p:bg>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A509CE9-F18C-5020-CF43-5960AFE654F6}"/>
              </a:ext>
            </a:extLst>
          </p:cNvPr>
          <p:cNvSpPr>
            <a:spLocks noGrp="1"/>
          </p:cNvSpPr>
          <p:nvPr>
            <p:ph type="ctrTitle"/>
          </p:nvPr>
        </p:nvSpPr>
        <p:spPr>
          <a:xfrm>
            <a:off x="2096430" y="1226087"/>
            <a:ext cx="7961965" cy="3290611"/>
          </a:xfrm>
        </p:spPr>
        <p:txBody>
          <a:bodyPr rtlCol="1" anchor="ctr">
            <a:normAutofit/>
          </a:bodyPr>
          <a:lstStyle>
            <a:lvl1pPr algn="ctr" rtl="1">
              <a:defRPr sz="4800">
                <a:solidFill>
                  <a:schemeClr val="tx2">
                    <a:alpha val="90000"/>
                  </a:schemeClr>
                </a:solidFill>
              </a:defRPr>
            </a:lvl1pPr>
          </a:lstStyle>
          <a:p>
            <a:pPr rtl="1"/>
            <a:r>
              <a:rPr lang="he"/>
              <a:t>לחץ כדי לערוך סגנון כותרת של תבנית בסיס</a:t>
            </a:r>
            <a:endParaRPr lang="en-US" dirty="0"/>
          </a:p>
        </p:txBody>
      </p:sp>
      <p:sp>
        <p:nvSpPr>
          <p:cNvPr id="3" name="כותרת משנה 2">
            <a:extLst>
              <a:ext uri="{FF2B5EF4-FFF2-40B4-BE49-F238E27FC236}">
                <a16:creationId xmlns:a16="http://schemas.microsoft.com/office/drawing/2014/main" id="{A16B3AA5-F8D6-AB69-241F-6F8F1DD41E55}"/>
              </a:ext>
            </a:extLst>
          </p:cNvPr>
          <p:cNvSpPr>
            <a:spLocks noGrp="1"/>
          </p:cNvSpPr>
          <p:nvPr>
            <p:ph type="subTitle" idx="1"/>
          </p:nvPr>
        </p:nvSpPr>
        <p:spPr>
          <a:xfrm>
            <a:off x="2676941" y="5812260"/>
            <a:ext cx="6838118" cy="702946"/>
          </a:xfrm>
        </p:spPr>
        <p:txBody>
          <a:bodyPr rtlCol="1" anchor="ctr">
            <a:normAutofit/>
          </a:bodyPr>
          <a:lstStyle>
            <a:lvl1pPr marL="0" indent="0" algn="ctr" rtl="1">
              <a:buNone/>
              <a:defRPr sz="1800">
                <a:solidFill>
                  <a:schemeClr val="tx2"/>
                </a:solidFill>
              </a:defRPr>
            </a:lvl1pPr>
            <a:lvl2pPr marL="457200" indent="0" algn="ctr" rtl="1">
              <a:buNone/>
              <a:defRPr sz="2000"/>
            </a:lvl2pPr>
            <a:lvl3pPr marL="914400" indent="0" algn="ctr" rtl="1">
              <a:buNone/>
              <a:defRPr sz="1800"/>
            </a:lvl3pPr>
            <a:lvl4pPr marL="1371600" indent="0" algn="ctr" rtl="1">
              <a:buNone/>
              <a:defRPr sz="1600"/>
            </a:lvl4pPr>
            <a:lvl5pPr marL="1828800" indent="0" algn="ctr" rtl="1">
              <a:buNone/>
              <a:defRPr sz="1600"/>
            </a:lvl5pPr>
            <a:lvl6pPr marL="2286000" indent="0" algn="ctr" rtl="1">
              <a:buNone/>
              <a:defRPr sz="1600"/>
            </a:lvl6pPr>
            <a:lvl7pPr marL="2743200" indent="0" algn="ctr" rtl="1">
              <a:buNone/>
              <a:defRPr sz="1600"/>
            </a:lvl7pPr>
            <a:lvl8pPr marL="3200400" indent="0" algn="ctr" rtl="1">
              <a:buNone/>
              <a:defRPr sz="1600"/>
            </a:lvl8pPr>
            <a:lvl9pPr marL="3657600" indent="0" algn="ctr" rtl="1">
              <a:buNone/>
              <a:defRPr sz="1600"/>
            </a:lvl9pPr>
          </a:lstStyle>
          <a:p>
            <a:pPr rtl="1"/>
            <a:r>
              <a:rPr lang="he"/>
              <a:t>לחץ כדי לערוך סגנון כותרת משנה של תבנית בסיס</a:t>
            </a:r>
            <a:endParaRPr lang="en-US" dirty="0"/>
          </a:p>
        </p:txBody>
      </p:sp>
      <p:sp>
        <p:nvSpPr>
          <p:cNvPr id="5" name="מציין מיקום של כותרת תחתונה 4">
            <a:extLst>
              <a:ext uri="{FF2B5EF4-FFF2-40B4-BE49-F238E27FC236}">
                <a16:creationId xmlns:a16="http://schemas.microsoft.com/office/drawing/2014/main" id="{7AE78127-77D8-DF99-4AE0-F322800B057B}"/>
              </a:ext>
            </a:extLst>
          </p:cNvPr>
          <p:cNvSpPr>
            <a:spLocks noGrp="1"/>
          </p:cNvSpPr>
          <p:nvPr>
            <p:ph type="ftr" sz="quarter" idx="11"/>
          </p:nvPr>
        </p:nvSpPr>
        <p:spPr>
          <a:xfrm>
            <a:off x="640080" y="6445997"/>
            <a:ext cx="3777327" cy="365125"/>
          </a:xfrm>
        </p:spPr>
        <p:txBody>
          <a:bodyPr rtlCol="1"/>
          <a:lstStyle>
            <a:lvl1pPr algn="r" rtl="1">
              <a:defRPr>
                <a:solidFill>
                  <a:schemeClr val="tx2"/>
                </a:solidFill>
              </a:defRPr>
            </a:lvl1pPr>
          </a:lstStyle>
          <a:p>
            <a:pPr rtl="1"/>
            <a:r>
              <a:rPr lang="he"/>
              <a:t>טקסט כותרת תחתונה לדוגמה</a:t>
            </a:r>
          </a:p>
        </p:txBody>
      </p:sp>
      <p:sp>
        <p:nvSpPr>
          <p:cNvPr id="4" name="מציין מיקום של תאריך 3">
            <a:extLst>
              <a:ext uri="{FF2B5EF4-FFF2-40B4-BE49-F238E27FC236}">
                <a16:creationId xmlns:a16="http://schemas.microsoft.com/office/drawing/2014/main" id="{D2D04168-7304-004B-C2F6-42E38FDC5908}"/>
              </a:ext>
            </a:extLst>
          </p:cNvPr>
          <p:cNvSpPr>
            <a:spLocks noGrp="1"/>
          </p:cNvSpPr>
          <p:nvPr>
            <p:ph type="dt" sz="half" idx="10"/>
          </p:nvPr>
        </p:nvSpPr>
        <p:spPr/>
        <p:txBody>
          <a:bodyPr rtlCol="1"/>
          <a:lstStyle>
            <a:lvl1pPr algn="r" rtl="1">
              <a:defRPr>
                <a:solidFill>
                  <a:schemeClr val="tx2"/>
                </a:solidFill>
              </a:defRPr>
            </a:lvl1pPr>
          </a:lstStyle>
          <a:p>
            <a:pPr rtl="1"/>
            <a:r>
              <a:rPr lang="en-US"/>
              <a:t>11/08/2025</a:t>
            </a:r>
          </a:p>
        </p:txBody>
      </p:sp>
      <p:sp>
        <p:nvSpPr>
          <p:cNvPr id="6" name="מציין מיקום של מספר שקופית 5">
            <a:extLst>
              <a:ext uri="{FF2B5EF4-FFF2-40B4-BE49-F238E27FC236}">
                <a16:creationId xmlns:a16="http://schemas.microsoft.com/office/drawing/2014/main" id="{D7C58464-EE0F-215A-2FA8-F434687B9E7A}"/>
              </a:ext>
            </a:extLst>
          </p:cNvPr>
          <p:cNvSpPr>
            <a:spLocks noGrp="1"/>
          </p:cNvSpPr>
          <p:nvPr>
            <p:ph type="sldNum" sz="quarter" idx="12"/>
          </p:nvPr>
        </p:nvSpPr>
        <p:spPr/>
        <p:txBody>
          <a:bodyPr rtlCol="1"/>
          <a:lstStyle>
            <a:lvl1pPr algn="r" rtl="1">
              <a:defRPr>
                <a:solidFill>
                  <a:schemeClr val="tx2"/>
                </a:solidFill>
              </a:defRPr>
            </a:lvl1pPr>
          </a:lstStyle>
          <a:p>
            <a:pPr rtl="1"/>
            <a:fld id="{DDF60B60-82CA-4BB9-BA6E-A62FADF2374B}" type="slidenum">
              <a:rPr lang="en-US" smtClean="0"/>
              <a:t>‹#›</a:t>
            </a:fld>
            <a:endParaRPr lang="en-US"/>
          </a:p>
        </p:txBody>
      </p:sp>
      <p:cxnSp>
        <p:nvCxnSpPr>
          <p:cNvPr id="7" name="מחבר ישר 6">
            <a:extLst>
              <a:ext uri="{FF2B5EF4-FFF2-40B4-BE49-F238E27FC236}">
                <a16:creationId xmlns:a16="http://schemas.microsoft.com/office/drawing/2014/main" id="{77C4A186-7A3C-2849-F4A7-5B5565EB29E6}"/>
              </a:ext>
            </a:extLst>
          </p:cNvPr>
          <p:cNvCxnSpPr>
            <a:cxnSpLocks/>
          </p:cNvCxnSpPr>
          <p:nvPr/>
        </p:nvCxnSpPr>
        <p:spPr>
          <a:xfrm flipH="1">
            <a:off x="0" y="5469467"/>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מחבר ישר 10">
            <a:extLst>
              <a:ext uri="{FF2B5EF4-FFF2-40B4-BE49-F238E27FC236}">
                <a16:creationId xmlns:a16="http://schemas.microsoft.com/office/drawing/2014/main" id="{C92B7528-295D-CD0F-0521-B5C01EAC12DD}"/>
              </a:ext>
            </a:extLst>
          </p:cNvPr>
          <p:cNvCxnSpPr>
            <a:cxnSpLocks/>
          </p:cNvCxnSpPr>
          <p:nvPr/>
        </p:nvCxnSpPr>
        <p:spPr>
          <a:xfrm>
            <a:off x="4572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מחבר ישר 11">
            <a:extLst>
              <a:ext uri="{FF2B5EF4-FFF2-40B4-BE49-F238E27FC236}">
                <a16:creationId xmlns:a16="http://schemas.microsoft.com/office/drawing/2014/main" id="{A26261A6-5928-598A-5A46-6855CE4DF282}"/>
              </a:ext>
            </a:extLst>
          </p:cNvPr>
          <p:cNvCxnSpPr>
            <a:cxnSpLocks/>
          </p:cNvCxnSpPr>
          <p:nvPr/>
        </p:nvCxnSpPr>
        <p:spPr>
          <a:xfrm>
            <a:off x="117348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0126382"/>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כותרת 2">
    <p:bg>
      <p:bgRef idx="1001">
        <a:schemeClr val="bg2"/>
      </p:bgRef>
    </p:bg>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A509CE9-F18C-5020-CF43-5960AFE654F6}"/>
              </a:ext>
            </a:extLst>
          </p:cNvPr>
          <p:cNvSpPr>
            <a:spLocks noGrp="1"/>
          </p:cNvSpPr>
          <p:nvPr>
            <p:ph type="ctrTitle"/>
          </p:nvPr>
        </p:nvSpPr>
        <p:spPr>
          <a:xfrm>
            <a:off x="1636222" y="1246912"/>
            <a:ext cx="8919556" cy="3050766"/>
          </a:xfrm>
        </p:spPr>
        <p:txBody>
          <a:bodyPr rtlCol="1" anchor="ctr">
            <a:normAutofit/>
          </a:bodyPr>
          <a:lstStyle>
            <a:lvl1pPr algn="ctr" rtl="1">
              <a:defRPr sz="5400">
                <a:solidFill>
                  <a:schemeClr val="tx2">
                    <a:alpha val="90000"/>
                  </a:schemeClr>
                </a:solidFill>
              </a:defRPr>
            </a:lvl1pPr>
          </a:lstStyle>
          <a:p>
            <a:pPr rtl="1"/>
            <a:r>
              <a:rPr lang="he"/>
              <a:t>לחץ כדי לערוך סגנון כותרת של תבנית בסיס</a:t>
            </a:r>
            <a:endParaRPr lang="en-US" dirty="0"/>
          </a:p>
        </p:txBody>
      </p:sp>
      <p:sp>
        <p:nvSpPr>
          <p:cNvPr id="3" name="כותרת משנה 2">
            <a:extLst>
              <a:ext uri="{FF2B5EF4-FFF2-40B4-BE49-F238E27FC236}">
                <a16:creationId xmlns:a16="http://schemas.microsoft.com/office/drawing/2014/main" id="{A16B3AA5-F8D6-AB69-241F-6F8F1DD41E55}"/>
              </a:ext>
            </a:extLst>
          </p:cNvPr>
          <p:cNvSpPr>
            <a:spLocks noGrp="1"/>
          </p:cNvSpPr>
          <p:nvPr>
            <p:ph type="subTitle" idx="1"/>
          </p:nvPr>
        </p:nvSpPr>
        <p:spPr>
          <a:xfrm>
            <a:off x="2451378" y="5345199"/>
            <a:ext cx="7289245" cy="1184035"/>
          </a:xfrm>
        </p:spPr>
        <p:txBody>
          <a:bodyPr rtlCol="1" anchor="ctr">
            <a:normAutofit/>
          </a:bodyPr>
          <a:lstStyle>
            <a:lvl1pPr marL="0" indent="0" algn="ctr" rtl="1">
              <a:buNone/>
              <a:defRPr sz="1800">
                <a:solidFill>
                  <a:schemeClr val="tx2"/>
                </a:solidFill>
              </a:defRPr>
            </a:lvl1pPr>
            <a:lvl2pPr marL="457200" indent="0" algn="ctr" rtl="1">
              <a:buNone/>
              <a:defRPr sz="2000"/>
            </a:lvl2pPr>
            <a:lvl3pPr marL="914400" indent="0" algn="ctr" rtl="1">
              <a:buNone/>
              <a:defRPr sz="1800"/>
            </a:lvl3pPr>
            <a:lvl4pPr marL="1371600" indent="0" algn="ctr" rtl="1">
              <a:buNone/>
              <a:defRPr sz="1600"/>
            </a:lvl4pPr>
            <a:lvl5pPr marL="1828800" indent="0" algn="ctr" rtl="1">
              <a:buNone/>
              <a:defRPr sz="1600"/>
            </a:lvl5pPr>
            <a:lvl6pPr marL="2286000" indent="0" algn="ctr" rtl="1">
              <a:buNone/>
              <a:defRPr sz="1600"/>
            </a:lvl6pPr>
            <a:lvl7pPr marL="2743200" indent="0" algn="ctr" rtl="1">
              <a:buNone/>
              <a:defRPr sz="1600"/>
            </a:lvl7pPr>
            <a:lvl8pPr marL="3200400" indent="0" algn="ctr" rtl="1">
              <a:buNone/>
              <a:defRPr sz="1600"/>
            </a:lvl8pPr>
            <a:lvl9pPr marL="3657600" indent="0" algn="ctr" rtl="1">
              <a:buNone/>
              <a:defRPr sz="1600"/>
            </a:lvl9pPr>
          </a:lstStyle>
          <a:p>
            <a:pPr rtl="1"/>
            <a:r>
              <a:rPr lang="he"/>
              <a:t>לחץ כדי לערוך סגנון כותרת משנה של תבנית בסיס</a:t>
            </a:r>
            <a:endParaRPr lang="en-US" dirty="0"/>
          </a:p>
        </p:txBody>
      </p:sp>
      <p:sp>
        <p:nvSpPr>
          <p:cNvPr id="5" name="מציין מיקום של כותרת תחתונה 4">
            <a:extLst>
              <a:ext uri="{FF2B5EF4-FFF2-40B4-BE49-F238E27FC236}">
                <a16:creationId xmlns:a16="http://schemas.microsoft.com/office/drawing/2014/main" id="{7AE78127-77D8-DF99-4AE0-F322800B057B}"/>
              </a:ext>
            </a:extLst>
          </p:cNvPr>
          <p:cNvSpPr>
            <a:spLocks noGrp="1"/>
          </p:cNvSpPr>
          <p:nvPr>
            <p:ph type="ftr" sz="quarter" idx="11"/>
          </p:nvPr>
        </p:nvSpPr>
        <p:spPr/>
        <p:txBody>
          <a:bodyPr rtlCol="1"/>
          <a:lstStyle>
            <a:lvl1pPr algn="r" rtl="1">
              <a:defRPr>
                <a:solidFill>
                  <a:schemeClr val="tx2"/>
                </a:solidFill>
              </a:defRPr>
            </a:lvl1pPr>
          </a:lstStyle>
          <a:p>
            <a:pPr rtl="1"/>
            <a:r>
              <a:rPr lang="he"/>
              <a:t>טקסט כותרת תחתונה לדוגמה</a:t>
            </a:r>
          </a:p>
        </p:txBody>
      </p:sp>
      <p:sp>
        <p:nvSpPr>
          <p:cNvPr id="4" name="מציין מיקום של תאריך 3">
            <a:extLst>
              <a:ext uri="{FF2B5EF4-FFF2-40B4-BE49-F238E27FC236}">
                <a16:creationId xmlns:a16="http://schemas.microsoft.com/office/drawing/2014/main" id="{D2D04168-7304-004B-C2F6-42E38FDC5908}"/>
              </a:ext>
            </a:extLst>
          </p:cNvPr>
          <p:cNvSpPr>
            <a:spLocks noGrp="1"/>
          </p:cNvSpPr>
          <p:nvPr>
            <p:ph type="dt" sz="half" idx="10"/>
          </p:nvPr>
        </p:nvSpPr>
        <p:spPr/>
        <p:txBody>
          <a:bodyPr rtlCol="1"/>
          <a:lstStyle>
            <a:lvl1pPr algn="r" rtl="1">
              <a:defRPr>
                <a:solidFill>
                  <a:schemeClr val="tx2"/>
                </a:solidFill>
              </a:defRPr>
            </a:lvl1pPr>
          </a:lstStyle>
          <a:p>
            <a:pPr rtl="1"/>
            <a:r>
              <a:rPr lang="en-US"/>
              <a:t>11/08/2025</a:t>
            </a:r>
            <a:endParaRPr lang="en-US" dirty="0"/>
          </a:p>
        </p:txBody>
      </p:sp>
      <p:sp>
        <p:nvSpPr>
          <p:cNvPr id="6" name="מציין מיקום של מספר שקופית 5">
            <a:extLst>
              <a:ext uri="{FF2B5EF4-FFF2-40B4-BE49-F238E27FC236}">
                <a16:creationId xmlns:a16="http://schemas.microsoft.com/office/drawing/2014/main" id="{D7C58464-EE0F-215A-2FA8-F434687B9E7A}"/>
              </a:ext>
            </a:extLst>
          </p:cNvPr>
          <p:cNvSpPr>
            <a:spLocks noGrp="1"/>
          </p:cNvSpPr>
          <p:nvPr>
            <p:ph type="sldNum" sz="quarter" idx="12"/>
          </p:nvPr>
        </p:nvSpPr>
        <p:spPr/>
        <p:txBody>
          <a:bodyPr rtlCol="1"/>
          <a:lstStyle>
            <a:lvl1pPr algn="r" rtl="1">
              <a:defRPr>
                <a:solidFill>
                  <a:schemeClr val="tx2"/>
                </a:solidFill>
              </a:defRPr>
            </a:lvl1pPr>
          </a:lstStyle>
          <a:p>
            <a:pPr rtl="1"/>
            <a:fld id="{DDF60B60-82CA-4BB9-BA6E-A62FADF2374B}" type="slidenum">
              <a:rPr lang="en-US" smtClean="0"/>
              <a:t>‹#›</a:t>
            </a:fld>
            <a:endParaRPr lang="en-US" dirty="0"/>
          </a:p>
        </p:txBody>
      </p:sp>
      <p:cxnSp>
        <p:nvCxnSpPr>
          <p:cNvPr id="7" name="מחבר ישר 6">
            <a:extLst>
              <a:ext uri="{FF2B5EF4-FFF2-40B4-BE49-F238E27FC236}">
                <a16:creationId xmlns:a16="http://schemas.microsoft.com/office/drawing/2014/main" id="{77C4A186-7A3C-2849-F4A7-5B5565EB29E6}"/>
              </a:ext>
            </a:extLst>
          </p:cNvPr>
          <p:cNvCxnSpPr>
            <a:cxnSpLocks/>
          </p:cNvCxnSpPr>
          <p:nvPr/>
        </p:nvCxnSpPr>
        <p:spPr>
          <a:xfrm flipH="1">
            <a:off x="0" y="5016433"/>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מחבר ישר 9">
            <a:extLst>
              <a:ext uri="{FF2B5EF4-FFF2-40B4-BE49-F238E27FC236}">
                <a16:creationId xmlns:a16="http://schemas.microsoft.com/office/drawing/2014/main" id="{90C7E87E-EC44-47F9-6172-5EEA03DE5D87}"/>
              </a:ext>
            </a:extLst>
          </p:cNvPr>
          <p:cNvCxnSpPr>
            <a:cxnSpLocks/>
          </p:cNvCxnSpPr>
          <p:nvPr/>
        </p:nvCxnSpPr>
        <p:spPr>
          <a:xfrm flipH="1">
            <a:off x="0" y="459932"/>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5968242"/>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כותרת 3">
    <p:bg>
      <p:bgRef idx="1001">
        <a:schemeClr val="bg2"/>
      </p:bgRef>
    </p:bg>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A509CE9-F18C-5020-CF43-5960AFE654F6}"/>
              </a:ext>
            </a:extLst>
          </p:cNvPr>
          <p:cNvSpPr>
            <a:spLocks noGrp="1"/>
          </p:cNvSpPr>
          <p:nvPr>
            <p:ph type="ctrTitle"/>
          </p:nvPr>
        </p:nvSpPr>
        <p:spPr>
          <a:xfrm>
            <a:off x="2950265" y="1400657"/>
            <a:ext cx="6291470" cy="3290611"/>
          </a:xfrm>
        </p:spPr>
        <p:txBody>
          <a:bodyPr rtlCol="1" anchor="ctr">
            <a:normAutofit/>
          </a:bodyPr>
          <a:lstStyle>
            <a:lvl1pPr algn="ctr" rtl="1">
              <a:defRPr sz="4800">
                <a:solidFill>
                  <a:schemeClr val="tx2">
                    <a:lumMod val="90000"/>
                    <a:alpha val="80000"/>
                  </a:schemeClr>
                </a:solidFill>
              </a:defRPr>
            </a:lvl1pPr>
          </a:lstStyle>
          <a:p>
            <a:pPr rtl="1"/>
            <a:r>
              <a:rPr lang="he"/>
              <a:t>לחץ כדי לערוך סגנון כותרת של תבנית בסיס</a:t>
            </a:r>
            <a:endParaRPr lang="en-US" dirty="0"/>
          </a:p>
        </p:txBody>
      </p:sp>
      <p:sp>
        <p:nvSpPr>
          <p:cNvPr id="3" name="כותרת משנה 2">
            <a:extLst>
              <a:ext uri="{FF2B5EF4-FFF2-40B4-BE49-F238E27FC236}">
                <a16:creationId xmlns:a16="http://schemas.microsoft.com/office/drawing/2014/main" id="{A16B3AA5-F8D6-AB69-241F-6F8F1DD41E55}"/>
              </a:ext>
            </a:extLst>
          </p:cNvPr>
          <p:cNvSpPr>
            <a:spLocks noGrp="1"/>
          </p:cNvSpPr>
          <p:nvPr>
            <p:ph type="subTitle" idx="1"/>
          </p:nvPr>
        </p:nvSpPr>
        <p:spPr>
          <a:xfrm>
            <a:off x="2676941" y="5812260"/>
            <a:ext cx="6838118" cy="702946"/>
          </a:xfrm>
        </p:spPr>
        <p:txBody>
          <a:bodyPr rtlCol="1" anchor="ctr">
            <a:normAutofit/>
          </a:bodyPr>
          <a:lstStyle>
            <a:lvl1pPr marL="0" indent="0" algn="ctr" rtl="1">
              <a:buNone/>
              <a:defRPr sz="1800">
                <a:solidFill>
                  <a:schemeClr val="tx2">
                    <a:alpha val="80000"/>
                  </a:schemeClr>
                </a:solidFill>
              </a:defRPr>
            </a:lvl1pPr>
            <a:lvl2pPr marL="457200" indent="0" algn="ctr" rtl="1">
              <a:buNone/>
              <a:defRPr sz="2000"/>
            </a:lvl2pPr>
            <a:lvl3pPr marL="914400" indent="0" algn="ctr" rtl="1">
              <a:buNone/>
              <a:defRPr sz="1800"/>
            </a:lvl3pPr>
            <a:lvl4pPr marL="1371600" indent="0" algn="ctr" rtl="1">
              <a:buNone/>
              <a:defRPr sz="1600"/>
            </a:lvl4pPr>
            <a:lvl5pPr marL="1828800" indent="0" algn="ctr" rtl="1">
              <a:buNone/>
              <a:defRPr sz="1600"/>
            </a:lvl5pPr>
            <a:lvl6pPr marL="2286000" indent="0" algn="ctr" rtl="1">
              <a:buNone/>
              <a:defRPr sz="1600"/>
            </a:lvl6pPr>
            <a:lvl7pPr marL="2743200" indent="0" algn="ctr" rtl="1">
              <a:buNone/>
              <a:defRPr sz="1600"/>
            </a:lvl7pPr>
            <a:lvl8pPr marL="3200400" indent="0" algn="ctr" rtl="1">
              <a:buNone/>
              <a:defRPr sz="1600"/>
            </a:lvl8pPr>
            <a:lvl9pPr marL="3657600" indent="0" algn="ctr" rtl="1">
              <a:buNone/>
              <a:defRPr sz="1600"/>
            </a:lvl9pPr>
          </a:lstStyle>
          <a:p>
            <a:pPr rtl="1"/>
            <a:r>
              <a:rPr lang="he"/>
              <a:t>לחץ כדי לערוך סגנון כותרת משנה של תבנית בסיס</a:t>
            </a:r>
            <a:endParaRPr lang="en-US" dirty="0"/>
          </a:p>
        </p:txBody>
      </p:sp>
      <p:sp>
        <p:nvSpPr>
          <p:cNvPr id="5" name="מציין מיקום של כותרת תחתונה 4">
            <a:extLst>
              <a:ext uri="{FF2B5EF4-FFF2-40B4-BE49-F238E27FC236}">
                <a16:creationId xmlns:a16="http://schemas.microsoft.com/office/drawing/2014/main" id="{7AE78127-77D8-DF99-4AE0-F322800B057B}"/>
              </a:ext>
            </a:extLst>
          </p:cNvPr>
          <p:cNvSpPr>
            <a:spLocks noGrp="1"/>
          </p:cNvSpPr>
          <p:nvPr>
            <p:ph type="ftr" sz="quarter" idx="11"/>
          </p:nvPr>
        </p:nvSpPr>
        <p:spPr/>
        <p:txBody>
          <a:bodyPr rtlCol="1"/>
          <a:lstStyle>
            <a:lvl1pPr algn="r" rtl="1">
              <a:defRPr>
                <a:solidFill>
                  <a:schemeClr val="tx2">
                    <a:alpha val="80000"/>
                  </a:schemeClr>
                </a:solidFill>
              </a:defRPr>
            </a:lvl1pPr>
          </a:lstStyle>
          <a:p>
            <a:pPr rtl="1"/>
            <a:r>
              <a:rPr lang="he"/>
              <a:t>טקסט כותרת תחתונה לדוגמה</a:t>
            </a:r>
          </a:p>
        </p:txBody>
      </p:sp>
      <p:sp>
        <p:nvSpPr>
          <p:cNvPr id="4" name="מציין מיקום של תאריך 3">
            <a:extLst>
              <a:ext uri="{FF2B5EF4-FFF2-40B4-BE49-F238E27FC236}">
                <a16:creationId xmlns:a16="http://schemas.microsoft.com/office/drawing/2014/main" id="{D2D04168-7304-004B-C2F6-42E38FDC5908}"/>
              </a:ext>
            </a:extLst>
          </p:cNvPr>
          <p:cNvSpPr>
            <a:spLocks noGrp="1"/>
          </p:cNvSpPr>
          <p:nvPr>
            <p:ph type="dt" sz="half" idx="10"/>
          </p:nvPr>
        </p:nvSpPr>
        <p:spPr/>
        <p:txBody>
          <a:bodyPr rtlCol="1"/>
          <a:lstStyle>
            <a:lvl1pPr algn="r" rtl="1">
              <a:defRPr>
                <a:solidFill>
                  <a:schemeClr val="tx2">
                    <a:alpha val="80000"/>
                  </a:schemeClr>
                </a:solidFill>
              </a:defRPr>
            </a:lvl1pPr>
          </a:lstStyle>
          <a:p>
            <a:pPr rtl="1"/>
            <a:r>
              <a:rPr lang="en-US"/>
              <a:t>11/08/2025</a:t>
            </a:r>
            <a:endParaRPr lang="en-US" dirty="0"/>
          </a:p>
        </p:txBody>
      </p:sp>
      <p:sp>
        <p:nvSpPr>
          <p:cNvPr id="6" name="מציין מיקום של מספר שקופית 5">
            <a:extLst>
              <a:ext uri="{FF2B5EF4-FFF2-40B4-BE49-F238E27FC236}">
                <a16:creationId xmlns:a16="http://schemas.microsoft.com/office/drawing/2014/main" id="{D7C58464-EE0F-215A-2FA8-F434687B9E7A}"/>
              </a:ext>
            </a:extLst>
          </p:cNvPr>
          <p:cNvSpPr>
            <a:spLocks noGrp="1"/>
          </p:cNvSpPr>
          <p:nvPr>
            <p:ph type="sldNum" sz="quarter" idx="12"/>
          </p:nvPr>
        </p:nvSpPr>
        <p:spPr/>
        <p:txBody>
          <a:bodyPr rtlCol="1"/>
          <a:lstStyle>
            <a:lvl1pPr algn="r" rtl="1">
              <a:defRPr>
                <a:solidFill>
                  <a:schemeClr val="tx2">
                    <a:alpha val="80000"/>
                  </a:schemeClr>
                </a:solidFill>
              </a:defRPr>
            </a:lvl1pPr>
          </a:lstStyle>
          <a:p>
            <a:pPr rtl="1"/>
            <a:fld id="{DDF60B60-82CA-4BB9-BA6E-A62FADF2374B}" type="slidenum">
              <a:rPr lang="en-US" smtClean="0"/>
              <a:t>‹#›</a:t>
            </a:fld>
            <a:endParaRPr lang="en-US" dirty="0"/>
          </a:p>
        </p:txBody>
      </p:sp>
      <p:cxnSp>
        <p:nvCxnSpPr>
          <p:cNvPr id="7" name="מחבר ישר 6">
            <a:extLst>
              <a:ext uri="{FF2B5EF4-FFF2-40B4-BE49-F238E27FC236}">
                <a16:creationId xmlns:a16="http://schemas.microsoft.com/office/drawing/2014/main" id="{77C4A186-7A3C-2849-F4A7-5B5565EB29E6}"/>
              </a:ext>
            </a:extLst>
          </p:cNvPr>
          <p:cNvCxnSpPr>
            <a:cxnSpLocks/>
          </p:cNvCxnSpPr>
          <p:nvPr/>
        </p:nvCxnSpPr>
        <p:spPr>
          <a:xfrm flipH="1">
            <a:off x="0" y="5469467"/>
            <a:ext cx="12192000" cy="0"/>
          </a:xfrm>
          <a:prstGeom prst="line">
            <a:avLst/>
          </a:prstGeom>
          <a:ln w="9525">
            <a:solidFill>
              <a:schemeClr val="tx2">
                <a:lumMod val="90000"/>
                <a:alpha val="20000"/>
              </a:schemeClr>
            </a:solidFill>
          </a:ln>
        </p:spPr>
        <p:style>
          <a:lnRef idx="1">
            <a:schemeClr val="accent1"/>
          </a:lnRef>
          <a:fillRef idx="0">
            <a:schemeClr val="accent1"/>
          </a:fillRef>
          <a:effectRef idx="0">
            <a:schemeClr val="accent1"/>
          </a:effectRef>
          <a:fontRef idx="minor">
            <a:schemeClr val="tx1"/>
          </a:fontRef>
        </p:style>
      </p:cxnSp>
      <p:cxnSp>
        <p:nvCxnSpPr>
          <p:cNvPr id="8" name="מחבר ישר 7">
            <a:extLst>
              <a:ext uri="{FF2B5EF4-FFF2-40B4-BE49-F238E27FC236}">
                <a16:creationId xmlns:a16="http://schemas.microsoft.com/office/drawing/2014/main" id="{B5860F39-D33B-13B7-DD5E-58C8CE6DCE69}"/>
              </a:ext>
            </a:extLst>
          </p:cNvPr>
          <p:cNvCxnSpPr>
            <a:cxnSpLocks/>
          </p:cNvCxnSpPr>
          <p:nvPr/>
        </p:nvCxnSpPr>
        <p:spPr>
          <a:xfrm>
            <a:off x="2317750" y="0"/>
            <a:ext cx="0" cy="6858000"/>
          </a:xfrm>
          <a:prstGeom prst="line">
            <a:avLst/>
          </a:prstGeom>
          <a:ln w="9525">
            <a:solidFill>
              <a:schemeClr val="tx2">
                <a:lumMod val="90000"/>
                <a:alpha val="20000"/>
              </a:schemeClr>
            </a:solidFill>
          </a:ln>
        </p:spPr>
        <p:style>
          <a:lnRef idx="1">
            <a:schemeClr val="accent1"/>
          </a:lnRef>
          <a:fillRef idx="0">
            <a:schemeClr val="accent1"/>
          </a:fillRef>
          <a:effectRef idx="0">
            <a:schemeClr val="accent1"/>
          </a:effectRef>
          <a:fontRef idx="minor">
            <a:schemeClr val="tx1"/>
          </a:fontRef>
        </p:style>
      </p:cxnSp>
      <p:cxnSp>
        <p:nvCxnSpPr>
          <p:cNvPr id="9" name="מחבר ישר 8">
            <a:extLst>
              <a:ext uri="{FF2B5EF4-FFF2-40B4-BE49-F238E27FC236}">
                <a16:creationId xmlns:a16="http://schemas.microsoft.com/office/drawing/2014/main" id="{D417974A-33A9-A10C-D982-114045377C2E}"/>
              </a:ext>
            </a:extLst>
          </p:cNvPr>
          <p:cNvCxnSpPr>
            <a:cxnSpLocks/>
          </p:cNvCxnSpPr>
          <p:nvPr/>
        </p:nvCxnSpPr>
        <p:spPr>
          <a:xfrm>
            <a:off x="9874250" y="0"/>
            <a:ext cx="0" cy="6858000"/>
          </a:xfrm>
          <a:prstGeom prst="line">
            <a:avLst/>
          </a:prstGeom>
          <a:ln w="9525">
            <a:solidFill>
              <a:schemeClr val="tx2">
                <a:lumMod val="90000"/>
                <a:alpha val="20000"/>
              </a:schemeClr>
            </a:solidFill>
          </a:ln>
        </p:spPr>
        <p:style>
          <a:lnRef idx="1">
            <a:schemeClr val="accent1"/>
          </a:lnRef>
          <a:fillRef idx="0">
            <a:schemeClr val="accent1"/>
          </a:fillRef>
          <a:effectRef idx="0">
            <a:schemeClr val="accent1"/>
          </a:effectRef>
          <a:fontRef idx="minor">
            <a:schemeClr val="tx1"/>
          </a:fontRef>
        </p:style>
      </p:cxnSp>
      <p:cxnSp>
        <p:nvCxnSpPr>
          <p:cNvPr id="10" name="מחבר ישר 9">
            <a:extLst>
              <a:ext uri="{FF2B5EF4-FFF2-40B4-BE49-F238E27FC236}">
                <a16:creationId xmlns:a16="http://schemas.microsoft.com/office/drawing/2014/main" id="{90C7E87E-EC44-47F9-6172-5EEA03DE5D87}"/>
              </a:ext>
            </a:extLst>
          </p:cNvPr>
          <p:cNvCxnSpPr>
            <a:cxnSpLocks/>
          </p:cNvCxnSpPr>
          <p:nvPr/>
        </p:nvCxnSpPr>
        <p:spPr>
          <a:xfrm flipH="1">
            <a:off x="0" y="459932"/>
            <a:ext cx="12192000" cy="0"/>
          </a:xfrm>
          <a:prstGeom prst="line">
            <a:avLst/>
          </a:prstGeom>
          <a:ln w="9525">
            <a:solidFill>
              <a:schemeClr val="tx2">
                <a:lumMod val="90000"/>
                <a:alpha val="2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4837113"/>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bg>
      <p:bgRef idx="1001">
        <a:schemeClr val="bg2"/>
      </p:bgRef>
    </p:bg>
    <p:spTree>
      <p:nvGrpSpPr>
        <p:cNvPr id="1" name=""/>
        <p:cNvGrpSpPr/>
        <p:nvPr/>
      </p:nvGrpSpPr>
      <p:grpSpPr>
        <a:xfrm>
          <a:off x="0" y="0"/>
          <a:ext cx="0" cy="0"/>
          <a:chOff x="0" y="0"/>
          <a:chExt cx="0" cy="0"/>
        </a:xfrm>
      </p:grpSpPr>
      <p:sp>
        <p:nvSpPr>
          <p:cNvPr id="8" name="מלבן 7">
            <a:extLst>
              <a:ext uri="{FF2B5EF4-FFF2-40B4-BE49-F238E27FC236}">
                <a16:creationId xmlns:a16="http://schemas.microsoft.com/office/drawing/2014/main" id="{F22D6AD5-6168-B411-89A9-90C82303B25C}"/>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1"/>
            <a:endParaRPr lang="en-US" dirty="0"/>
          </a:p>
        </p:txBody>
      </p:sp>
      <p:sp>
        <p:nvSpPr>
          <p:cNvPr id="2" name="כותרת 1">
            <a:extLst>
              <a:ext uri="{FF2B5EF4-FFF2-40B4-BE49-F238E27FC236}">
                <a16:creationId xmlns:a16="http://schemas.microsoft.com/office/drawing/2014/main" id="{E4EC6DA0-2CB8-AFC5-DB06-AB9235983979}"/>
              </a:ext>
            </a:extLst>
          </p:cNvPr>
          <p:cNvSpPr>
            <a:spLocks noGrp="1"/>
          </p:cNvSpPr>
          <p:nvPr>
            <p:ph type="title"/>
          </p:nvPr>
        </p:nvSpPr>
        <p:spPr>
          <a:xfrm>
            <a:off x="457200" y="2838087"/>
            <a:ext cx="8932653" cy="3312544"/>
          </a:xfrm>
        </p:spPr>
        <p:txBody>
          <a:bodyPr rtlCol="1" anchor="b">
            <a:normAutofit/>
          </a:bodyPr>
          <a:lstStyle>
            <a:lvl1pPr algn="r" rtl="1">
              <a:lnSpc>
                <a:spcPct val="80000"/>
              </a:lnSpc>
              <a:defRPr sz="6600" cap="all" baseline="0">
                <a:solidFill>
                  <a:schemeClr val="tx2">
                    <a:alpha val="55000"/>
                  </a:schemeClr>
                </a:solidFill>
              </a:defRPr>
            </a:lvl1pPr>
          </a:lstStyle>
          <a:p>
            <a:pPr rtl="1"/>
            <a:r>
              <a:rPr lang="he"/>
              <a:t>לחץ כדי לערוך סגנון כותרת של תבנית בסיס</a:t>
            </a:r>
            <a:endParaRPr lang="en-US" dirty="0"/>
          </a:p>
        </p:txBody>
      </p:sp>
      <p:sp>
        <p:nvSpPr>
          <p:cNvPr id="3" name="מציין מיקום טקסט 2">
            <a:extLst>
              <a:ext uri="{FF2B5EF4-FFF2-40B4-BE49-F238E27FC236}">
                <a16:creationId xmlns:a16="http://schemas.microsoft.com/office/drawing/2014/main" id="{88E16A9F-28B9-2207-66D3-D952EB7EC876}"/>
              </a:ext>
            </a:extLst>
          </p:cNvPr>
          <p:cNvSpPr>
            <a:spLocks noGrp="1"/>
          </p:cNvSpPr>
          <p:nvPr>
            <p:ph type="body" idx="1"/>
          </p:nvPr>
        </p:nvSpPr>
        <p:spPr>
          <a:xfrm>
            <a:off x="685800" y="-789870"/>
            <a:ext cx="10515600" cy="638352"/>
          </a:xfrm>
        </p:spPr>
        <p:txBody>
          <a:bodyPr rtlCol="1">
            <a:normAutofit/>
          </a:bodyPr>
          <a:lstStyle>
            <a:lvl1pPr marL="0" indent="0" algn="r" rtl="1">
              <a:buNone/>
              <a:defRPr sz="2000">
                <a:solidFill>
                  <a:schemeClr val="bg2"/>
                </a:solidFill>
              </a:defRPr>
            </a:lvl1pPr>
            <a:lvl2pPr marL="457200" indent="0" algn="r" rtl="1">
              <a:buNone/>
              <a:defRPr sz="2000">
                <a:solidFill>
                  <a:schemeClr val="tx1">
                    <a:tint val="82000"/>
                  </a:schemeClr>
                </a:solidFill>
              </a:defRPr>
            </a:lvl2pPr>
            <a:lvl3pPr marL="914400" indent="0" algn="r" rtl="1">
              <a:buNone/>
              <a:defRPr sz="1800">
                <a:solidFill>
                  <a:schemeClr val="tx1">
                    <a:tint val="82000"/>
                  </a:schemeClr>
                </a:solidFill>
              </a:defRPr>
            </a:lvl3pPr>
            <a:lvl4pPr marL="1371600" indent="0" algn="r" rtl="1">
              <a:buNone/>
              <a:defRPr sz="1600">
                <a:solidFill>
                  <a:schemeClr val="tx1">
                    <a:tint val="82000"/>
                  </a:schemeClr>
                </a:solidFill>
              </a:defRPr>
            </a:lvl4pPr>
            <a:lvl5pPr marL="1828800" indent="0" algn="r" rtl="1">
              <a:buNone/>
              <a:defRPr sz="1600">
                <a:solidFill>
                  <a:schemeClr val="tx1">
                    <a:tint val="82000"/>
                  </a:schemeClr>
                </a:solidFill>
              </a:defRPr>
            </a:lvl5pPr>
            <a:lvl6pPr marL="2286000" indent="0" algn="r" rtl="1">
              <a:buNone/>
              <a:defRPr sz="1600">
                <a:solidFill>
                  <a:schemeClr val="tx1">
                    <a:tint val="82000"/>
                  </a:schemeClr>
                </a:solidFill>
              </a:defRPr>
            </a:lvl6pPr>
            <a:lvl7pPr marL="2743200" indent="0" algn="r" rtl="1">
              <a:buNone/>
              <a:defRPr sz="1600">
                <a:solidFill>
                  <a:schemeClr val="tx1">
                    <a:tint val="82000"/>
                  </a:schemeClr>
                </a:solidFill>
              </a:defRPr>
            </a:lvl7pPr>
            <a:lvl8pPr marL="3200400" indent="0" algn="r" rtl="1">
              <a:buNone/>
              <a:defRPr sz="1600">
                <a:solidFill>
                  <a:schemeClr val="tx1">
                    <a:tint val="82000"/>
                  </a:schemeClr>
                </a:solidFill>
              </a:defRPr>
            </a:lvl8pPr>
            <a:lvl9pPr marL="3657600" indent="0" algn="r" rtl="1">
              <a:buNone/>
              <a:defRPr sz="1600">
                <a:solidFill>
                  <a:schemeClr val="tx1">
                    <a:tint val="82000"/>
                  </a:schemeClr>
                </a:solidFill>
              </a:defRPr>
            </a:lvl9pPr>
          </a:lstStyle>
          <a:p>
            <a:pPr lvl="0" rtl="1"/>
            <a:r>
              <a:rPr lang="he"/>
              <a:t>לחץ כדי לערוך סגנונות טקסט של תבנית בסיס</a:t>
            </a:r>
          </a:p>
        </p:txBody>
      </p:sp>
      <p:sp>
        <p:nvSpPr>
          <p:cNvPr id="5" name="מציין מיקום של כותרת תחתונה 4">
            <a:extLst>
              <a:ext uri="{FF2B5EF4-FFF2-40B4-BE49-F238E27FC236}">
                <a16:creationId xmlns:a16="http://schemas.microsoft.com/office/drawing/2014/main" id="{28B3F77F-C41D-1011-B9F4-A5DE814F43EF}"/>
              </a:ext>
            </a:extLst>
          </p:cNvPr>
          <p:cNvSpPr>
            <a:spLocks noGrp="1"/>
          </p:cNvSpPr>
          <p:nvPr>
            <p:ph type="ftr" sz="quarter" idx="11"/>
          </p:nvPr>
        </p:nvSpPr>
        <p:spPr>
          <a:xfrm>
            <a:off x="457200" y="6445997"/>
            <a:ext cx="3751081" cy="365125"/>
          </a:xfrm>
        </p:spPr>
        <p:txBody>
          <a:bodyPr rtlCol="1"/>
          <a:lstStyle>
            <a:lvl1pPr algn="r" rtl="1">
              <a:defRPr>
                <a:solidFill>
                  <a:schemeClr val="tx2"/>
                </a:solidFill>
              </a:defRPr>
            </a:lvl1pPr>
          </a:lstStyle>
          <a:p>
            <a:pPr rtl="1"/>
            <a:r>
              <a:rPr lang="he"/>
              <a:t>טקסט כותרת תחתונה לדוגמה</a:t>
            </a:r>
          </a:p>
        </p:txBody>
      </p:sp>
      <p:sp>
        <p:nvSpPr>
          <p:cNvPr id="4" name="מציין מיקום של תאריך 3">
            <a:extLst>
              <a:ext uri="{FF2B5EF4-FFF2-40B4-BE49-F238E27FC236}">
                <a16:creationId xmlns:a16="http://schemas.microsoft.com/office/drawing/2014/main" id="{E58CD507-925C-84B3-8F49-9F3B91209D8F}"/>
              </a:ext>
            </a:extLst>
          </p:cNvPr>
          <p:cNvSpPr>
            <a:spLocks noGrp="1"/>
          </p:cNvSpPr>
          <p:nvPr>
            <p:ph type="dt" sz="half" idx="10"/>
          </p:nvPr>
        </p:nvSpPr>
        <p:spPr/>
        <p:txBody>
          <a:bodyPr rtlCol="1"/>
          <a:lstStyle>
            <a:lvl1pPr algn="r" rtl="1">
              <a:defRPr>
                <a:solidFill>
                  <a:schemeClr val="tx2"/>
                </a:solidFill>
              </a:defRPr>
            </a:lvl1pPr>
          </a:lstStyle>
          <a:p>
            <a:pPr rtl="1"/>
            <a:r>
              <a:rPr lang="en-US"/>
              <a:t>11/08/2025</a:t>
            </a:r>
            <a:endParaRPr lang="en-US" dirty="0"/>
          </a:p>
        </p:txBody>
      </p:sp>
      <p:sp>
        <p:nvSpPr>
          <p:cNvPr id="6" name="מציין מיקום של מספר שקופית 5">
            <a:extLst>
              <a:ext uri="{FF2B5EF4-FFF2-40B4-BE49-F238E27FC236}">
                <a16:creationId xmlns:a16="http://schemas.microsoft.com/office/drawing/2014/main" id="{6C13B4AE-32E8-CAFF-4A3C-6CBE4FFFA843}"/>
              </a:ext>
            </a:extLst>
          </p:cNvPr>
          <p:cNvSpPr>
            <a:spLocks noGrp="1"/>
          </p:cNvSpPr>
          <p:nvPr>
            <p:ph type="sldNum" sz="quarter" idx="12"/>
          </p:nvPr>
        </p:nvSpPr>
        <p:spPr/>
        <p:txBody>
          <a:bodyPr rtlCol="1"/>
          <a:lstStyle>
            <a:lvl1pPr algn="r" rtl="1">
              <a:defRPr>
                <a:solidFill>
                  <a:schemeClr val="tx2"/>
                </a:solidFill>
              </a:defRPr>
            </a:lvl1pPr>
          </a:lstStyle>
          <a:p>
            <a:pPr rtl="1"/>
            <a:fld id="{DDF60B60-82CA-4BB9-BA6E-A62FADF2374B}" type="slidenum">
              <a:rPr lang="en-US" smtClean="0"/>
              <a:t>‹#›</a:t>
            </a:fld>
            <a:endParaRPr lang="en-US" dirty="0"/>
          </a:p>
        </p:txBody>
      </p:sp>
      <p:cxnSp>
        <p:nvCxnSpPr>
          <p:cNvPr id="7" name="מחבר ישר 6">
            <a:extLst>
              <a:ext uri="{FF2B5EF4-FFF2-40B4-BE49-F238E27FC236}">
                <a16:creationId xmlns:a16="http://schemas.microsoft.com/office/drawing/2014/main" id="{9BFA0DE8-9E4B-D747-CB64-14B8DEDC02EA}"/>
              </a:ext>
            </a:extLst>
          </p:cNvPr>
          <p:cNvCxnSpPr>
            <a:cxnSpLocks/>
          </p:cNvCxnSpPr>
          <p:nvPr/>
        </p:nvCxnSpPr>
        <p:spPr>
          <a:xfrm flipH="1">
            <a:off x="0" y="1367580"/>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מחבר ישר 10">
            <a:extLst>
              <a:ext uri="{FF2B5EF4-FFF2-40B4-BE49-F238E27FC236}">
                <a16:creationId xmlns:a16="http://schemas.microsoft.com/office/drawing/2014/main" id="{11EB75EB-F27E-271A-C843-4096E1F19057}"/>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0127866"/>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2">
    <p:bg>
      <p:bgRef idx="1001">
        <a:schemeClr val="bg2"/>
      </p:bgRef>
    </p:bg>
    <p:spTree>
      <p:nvGrpSpPr>
        <p:cNvPr id="1" name=""/>
        <p:cNvGrpSpPr/>
        <p:nvPr/>
      </p:nvGrpSpPr>
      <p:grpSpPr>
        <a:xfrm>
          <a:off x="0" y="0"/>
          <a:ext cx="0" cy="0"/>
          <a:chOff x="0" y="0"/>
          <a:chExt cx="0" cy="0"/>
        </a:xfrm>
      </p:grpSpPr>
      <p:sp>
        <p:nvSpPr>
          <p:cNvPr id="8" name="מלבן 7">
            <a:extLst>
              <a:ext uri="{FF2B5EF4-FFF2-40B4-BE49-F238E27FC236}">
                <a16:creationId xmlns:a16="http://schemas.microsoft.com/office/drawing/2014/main" id="{F4BE01F4-F5E6-FB52-8FEA-5927DFC8AA7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1"/>
            <a:endParaRPr lang="en-US" dirty="0"/>
          </a:p>
        </p:txBody>
      </p:sp>
      <p:sp>
        <p:nvSpPr>
          <p:cNvPr id="2" name="כותרת 1">
            <a:extLst>
              <a:ext uri="{FF2B5EF4-FFF2-40B4-BE49-F238E27FC236}">
                <a16:creationId xmlns:a16="http://schemas.microsoft.com/office/drawing/2014/main" id="{E4EC6DA0-2CB8-AFC5-DB06-AB9235983979}"/>
              </a:ext>
            </a:extLst>
          </p:cNvPr>
          <p:cNvSpPr>
            <a:spLocks noGrp="1"/>
          </p:cNvSpPr>
          <p:nvPr>
            <p:ph type="title"/>
          </p:nvPr>
        </p:nvSpPr>
        <p:spPr>
          <a:xfrm>
            <a:off x="457200" y="2968607"/>
            <a:ext cx="8932653" cy="3450568"/>
          </a:xfrm>
        </p:spPr>
        <p:txBody>
          <a:bodyPr rtlCol="1" anchor="b">
            <a:normAutofit/>
          </a:bodyPr>
          <a:lstStyle>
            <a:lvl1pPr algn="r" rtl="1">
              <a:lnSpc>
                <a:spcPct val="80000"/>
              </a:lnSpc>
              <a:defRPr sz="6600" cap="all" baseline="0">
                <a:solidFill>
                  <a:schemeClr val="tx2">
                    <a:lumMod val="90000"/>
                    <a:alpha val="65000"/>
                  </a:schemeClr>
                </a:solidFill>
              </a:defRPr>
            </a:lvl1pPr>
          </a:lstStyle>
          <a:p>
            <a:pPr rtl="1"/>
            <a:r>
              <a:rPr lang="he"/>
              <a:t>לחץ כדי לערוך סגנון כותרת של תבנית בסיס</a:t>
            </a:r>
            <a:endParaRPr lang="en-US" dirty="0"/>
          </a:p>
        </p:txBody>
      </p:sp>
      <p:sp>
        <p:nvSpPr>
          <p:cNvPr id="3" name="מציין מיקום טקסט 2">
            <a:extLst>
              <a:ext uri="{FF2B5EF4-FFF2-40B4-BE49-F238E27FC236}">
                <a16:creationId xmlns:a16="http://schemas.microsoft.com/office/drawing/2014/main" id="{88E16A9F-28B9-2207-66D3-D952EB7EC876}"/>
              </a:ext>
            </a:extLst>
          </p:cNvPr>
          <p:cNvSpPr>
            <a:spLocks noGrp="1"/>
          </p:cNvSpPr>
          <p:nvPr>
            <p:ph type="body" idx="1"/>
          </p:nvPr>
        </p:nvSpPr>
        <p:spPr>
          <a:xfrm>
            <a:off x="685800" y="-789870"/>
            <a:ext cx="10515600" cy="638352"/>
          </a:xfrm>
        </p:spPr>
        <p:txBody>
          <a:bodyPr rtlCol="1">
            <a:normAutofit/>
          </a:bodyPr>
          <a:lstStyle>
            <a:lvl1pPr marL="0" indent="0" algn="r" rtl="1">
              <a:buNone/>
              <a:defRPr sz="2000">
                <a:solidFill>
                  <a:schemeClr val="bg2"/>
                </a:solidFill>
              </a:defRPr>
            </a:lvl1pPr>
            <a:lvl2pPr marL="457200" indent="0" algn="r" rtl="1">
              <a:buNone/>
              <a:defRPr sz="2000">
                <a:solidFill>
                  <a:schemeClr val="tx1">
                    <a:tint val="82000"/>
                  </a:schemeClr>
                </a:solidFill>
              </a:defRPr>
            </a:lvl2pPr>
            <a:lvl3pPr marL="914400" indent="0" algn="r" rtl="1">
              <a:buNone/>
              <a:defRPr sz="1800">
                <a:solidFill>
                  <a:schemeClr val="tx1">
                    <a:tint val="82000"/>
                  </a:schemeClr>
                </a:solidFill>
              </a:defRPr>
            </a:lvl3pPr>
            <a:lvl4pPr marL="1371600" indent="0" algn="r" rtl="1">
              <a:buNone/>
              <a:defRPr sz="1600">
                <a:solidFill>
                  <a:schemeClr val="tx1">
                    <a:tint val="82000"/>
                  </a:schemeClr>
                </a:solidFill>
              </a:defRPr>
            </a:lvl4pPr>
            <a:lvl5pPr marL="1828800" indent="0" algn="r" rtl="1">
              <a:buNone/>
              <a:defRPr sz="1600">
                <a:solidFill>
                  <a:schemeClr val="tx1">
                    <a:tint val="82000"/>
                  </a:schemeClr>
                </a:solidFill>
              </a:defRPr>
            </a:lvl5pPr>
            <a:lvl6pPr marL="2286000" indent="0" algn="r" rtl="1">
              <a:buNone/>
              <a:defRPr sz="1600">
                <a:solidFill>
                  <a:schemeClr val="tx1">
                    <a:tint val="82000"/>
                  </a:schemeClr>
                </a:solidFill>
              </a:defRPr>
            </a:lvl6pPr>
            <a:lvl7pPr marL="2743200" indent="0" algn="r" rtl="1">
              <a:buNone/>
              <a:defRPr sz="1600">
                <a:solidFill>
                  <a:schemeClr val="tx1">
                    <a:tint val="82000"/>
                  </a:schemeClr>
                </a:solidFill>
              </a:defRPr>
            </a:lvl7pPr>
            <a:lvl8pPr marL="3200400" indent="0" algn="r" rtl="1">
              <a:buNone/>
              <a:defRPr sz="1600">
                <a:solidFill>
                  <a:schemeClr val="tx1">
                    <a:tint val="82000"/>
                  </a:schemeClr>
                </a:solidFill>
              </a:defRPr>
            </a:lvl8pPr>
            <a:lvl9pPr marL="3657600" indent="0" algn="r" rtl="1">
              <a:buNone/>
              <a:defRPr sz="1600">
                <a:solidFill>
                  <a:schemeClr val="tx1">
                    <a:tint val="82000"/>
                  </a:schemeClr>
                </a:solidFill>
              </a:defRPr>
            </a:lvl9pPr>
          </a:lstStyle>
          <a:p>
            <a:pPr lvl="0" rtl="1"/>
            <a:r>
              <a:rPr lang="he"/>
              <a:t>לחץ כדי לערוך סגנונות טקסט של תבנית בסיס</a:t>
            </a:r>
          </a:p>
        </p:txBody>
      </p:sp>
      <p:sp>
        <p:nvSpPr>
          <p:cNvPr id="5" name="מציין מיקום של כותרת תחתונה 4">
            <a:extLst>
              <a:ext uri="{FF2B5EF4-FFF2-40B4-BE49-F238E27FC236}">
                <a16:creationId xmlns:a16="http://schemas.microsoft.com/office/drawing/2014/main" id="{28B3F77F-C41D-1011-B9F4-A5DE814F43EF}"/>
              </a:ext>
            </a:extLst>
          </p:cNvPr>
          <p:cNvSpPr>
            <a:spLocks noGrp="1"/>
          </p:cNvSpPr>
          <p:nvPr>
            <p:ph type="ftr" sz="quarter" idx="11"/>
          </p:nvPr>
        </p:nvSpPr>
        <p:spPr>
          <a:xfrm>
            <a:off x="457200" y="6445997"/>
            <a:ext cx="3751081" cy="365125"/>
          </a:xfrm>
        </p:spPr>
        <p:txBody>
          <a:bodyPr rtlCol="1"/>
          <a:lstStyle>
            <a:lvl1pPr algn="r" rtl="1">
              <a:defRPr>
                <a:solidFill>
                  <a:schemeClr val="tx2"/>
                </a:solidFill>
              </a:defRPr>
            </a:lvl1pPr>
          </a:lstStyle>
          <a:p>
            <a:pPr rtl="1"/>
            <a:r>
              <a:rPr lang="he"/>
              <a:t>טקסט כותרת תחתונה לדוגמה</a:t>
            </a:r>
          </a:p>
        </p:txBody>
      </p:sp>
      <p:sp>
        <p:nvSpPr>
          <p:cNvPr id="4" name="מציין מיקום של תאריך 3">
            <a:extLst>
              <a:ext uri="{FF2B5EF4-FFF2-40B4-BE49-F238E27FC236}">
                <a16:creationId xmlns:a16="http://schemas.microsoft.com/office/drawing/2014/main" id="{E58CD507-925C-84B3-8F49-9F3B91209D8F}"/>
              </a:ext>
            </a:extLst>
          </p:cNvPr>
          <p:cNvSpPr>
            <a:spLocks noGrp="1"/>
          </p:cNvSpPr>
          <p:nvPr>
            <p:ph type="dt" sz="half" idx="10"/>
          </p:nvPr>
        </p:nvSpPr>
        <p:spPr/>
        <p:txBody>
          <a:bodyPr rtlCol="1"/>
          <a:lstStyle>
            <a:lvl1pPr algn="r" rtl="1">
              <a:defRPr>
                <a:solidFill>
                  <a:schemeClr val="tx2"/>
                </a:solidFill>
              </a:defRPr>
            </a:lvl1pPr>
          </a:lstStyle>
          <a:p>
            <a:pPr rtl="1"/>
            <a:r>
              <a:rPr lang="en-US"/>
              <a:t>11/08/2025</a:t>
            </a:r>
            <a:endParaRPr lang="en-US" dirty="0"/>
          </a:p>
        </p:txBody>
      </p:sp>
      <p:sp>
        <p:nvSpPr>
          <p:cNvPr id="6" name="מציין מיקום של מספר שקופית 5">
            <a:extLst>
              <a:ext uri="{FF2B5EF4-FFF2-40B4-BE49-F238E27FC236}">
                <a16:creationId xmlns:a16="http://schemas.microsoft.com/office/drawing/2014/main" id="{6C13B4AE-32E8-CAFF-4A3C-6CBE4FFFA843}"/>
              </a:ext>
            </a:extLst>
          </p:cNvPr>
          <p:cNvSpPr>
            <a:spLocks noGrp="1"/>
          </p:cNvSpPr>
          <p:nvPr>
            <p:ph type="sldNum" sz="quarter" idx="12"/>
          </p:nvPr>
        </p:nvSpPr>
        <p:spPr/>
        <p:txBody>
          <a:bodyPr rtlCol="1"/>
          <a:lstStyle>
            <a:lvl1pPr algn="r" rtl="1">
              <a:defRPr>
                <a:solidFill>
                  <a:schemeClr val="tx2"/>
                </a:solidFill>
              </a:defRPr>
            </a:lvl1pPr>
          </a:lstStyle>
          <a:p>
            <a:pPr rtl="1"/>
            <a:fld id="{DDF60B60-82CA-4BB9-BA6E-A62FADF2374B}" type="slidenum">
              <a:rPr lang="en-US" smtClean="0"/>
              <a:t>‹#›</a:t>
            </a:fld>
            <a:endParaRPr lang="en-US" dirty="0"/>
          </a:p>
        </p:txBody>
      </p:sp>
      <p:cxnSp>
        <p:nvCxnSpPr>
          <p:cNvPr id="7" name="מחבר ישר 6">
            <a:extLst>
              <a:ext uri="{FF2B5EF4-FFF2-40B4-BE49-F238E27FC236}">
                <a16:creationId xmlns:a16="http://schemas.microsoft.com/office/drawing/2014/main" id="{9BFA0DE8-9E4B-D747-CB64-14B8DEDC02EA}"/>
              </a:ext>
            </a:extLst>
          </p:cNvPr>
          <p:cNvCxnSpPr>
            <a:cxnSpLocks/>
          </p:cNvCxnSpPr>
          <p:nvPr/>
        </p:nvCxnSpPr>
        <p:spPr>
          <a:xfrm flipH="1">
            <a:off x="0" y="459932"/>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מחבר ישר 9">
            <a:extLst>
              <a:ext uri="{FF2B5EF4-FFF2-40B4-BE49-F238E27FC236}">
                <a16:creationId xmlns:a16="http://schemas.microsoft.com/office/drawing/2014/main" id="{795FFB35-3AE5-1BED-838E-1C6BC98721BC}"/>
              </a:ext>
            </a:extLst>
          </p:cNvPr>
          <p:cNvCxnSpPr>
            <a:cxnSpLocks/>
          </p:cNvCxnSpPr>
          <p:nvPr/>
        </p:nvCxnSpPr>
        <p:spPr>
          <a:xfrm>
            <a:off x="117348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19179777"/>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סדר יום">
    <p:bg>
      <p:bgRef idx="1001">
        <a:schemeClr val="bg1"/>
      </p:bgRef>
    </p:bg>
    <p:spTree>
      <p:nvGrpSpPr>
        <p:cNvPr id="1" name=""/>
        <p:cNvGrpSpPr/>
        <p:nvPr/>
      </p:nvGrpSpPr>
      <p:grpSpPr>
        <a:xfrm>
          <a:off x="0" y="0"/>
          <a:ext cx="0" cy="0"/>
          <a:chOff x="0" y="0"/>
          <a:chExt cx="0" cy="0"/>
        </a:xfrm>
      </p:grpSpPr>
      <p:sp>
        <p:nvSpPr>
          <p:cNvPr id="6" name="מלבן 5">
            <a:extLst>
              <a:ext uri="{FF2B5EF4-FFF2-40B4-BE49-F238E27FC236}">
                <a16:creationId xmlns:a16="http://schemas.microsoft.com/office/drawing/2014/main" id="{E02D18C4-A1A8-6CA4-B4A2-0E9791DC7F71}"/>
              </a:ext>
            </a:extLst>
          </p:cNvPr>
          <p:cNvSpPr/>
          <p:nvPr/>
        </p:nvSpPr>
        <p:spPr>
          <a:xfrm>
            <a:off x="0" y="0"/>
            <a:ext cx="12192000" cy="6858000"/>
          </a:xfrm>
          <a:prstGeom prst="rect">
            <a:avLst/>
          </a:prstGeom>
          <a:solidFill>
            <a:schemeClr val="bg2">
              <a:lumMod val="90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1"/>
            <a:endParaRPr lang="en-US" dirty="0"/>
          </a:p>
        </p:txBody>
      </p:sp>
      <p:sp>
        <p:nvSpPr>
          <p:cNvPr id="2" name="כותרת 1">
            <a:extLst>
              <a:ext uri="{FF2B5EF4-FFF2-40B4-BE49-F238E27FC236}">
                <a16:creationId xmlns:a16="http://schemas.microsoft.com/office/drawing/2014/main" id="{4E4019F8-742E-9EEF-F591-C9666AC32AF1}"/>
              </a:ext>
            </a:extLst>
          </p:cNvPr>
          <p:cNvSpPr>
            <a:spLocks noGrp="1"/>
          </p:cNvSpPr>
          <p:nvPr>
            <p:ph type="title"/>
          </p:nvPr>
        </p:nvSpPr>
        <p:spPr>
          <a:xfrm>
            <a:off x="457201" y="463362"/>
            <a:ext cx="11122507" cy="1162632"/>
          </a:xfrm>
        </p:spPr>
        <p:txBody>
          <a:bodyPr rtlCol="1" anchor="ctr">
            <a:normAutofit/>
          </a:bodyPr>
          <a:lstStyle>
            <a:lvl1pPr algn="r" rtl="1">
              <a:defRPr sz="7200" cap="all" baseline="0">
                <a:solidFill>
                  <a:schemeClr val="accent1"/>
                </a:solidFill>
              </a:defRPr>
            </a:lvl1pPr>
          </a:lstStyle>
          <a:p>
            <a:pPr rtl="1"/>
            <a:r>
              <a:rPr lang="he"/>
              <a:t>לחץ כדי לערוך סגנון כותרת של תבנית בסיס</a:t>
            </a:r>
            <a:endParaRPr lang="en-US" dirty="0"/>
          </a:p>
        </p:txBody>
      </p:sp>
      <p:sp>
        <p:nvSpPr>
          <p:cNvPr id="7" name="מציין מיקום תוכן 6">
            <a:extLst>
              <a:ext uri="{FF2B5EF4-FFF2-40B4-BE49-F238E27FC236}">
                <a16:creationId xmlns:a16="http://schemas.microsoft.com/office/drawing/2014/main" id="{28C8B19A-6FC1-2B71-0BFB-9274CBF396B9}"/>
              </a:ext>
            </a:extLst>
          </p:cNvPr>
          <p:cNvSpPr>
            <a:spLocks noGrp="1"/>
          </p:cNvSpPr>
          <p:nvPr>
            <p:ph sz="quarter" idx="13"/>
          </p:nvPr>
        </p:nvSpPr>
        <p:spPr>
          <a:xfrm>
            <a:off x="5479085" y="2249592"/>
            <a:ext cx="6100623" cy="3787062"/>
          </a:xfrm>
        </p:spPr>
        <p:txBody>
          <a:bodyPr vert="horz" lIns="91440" tIns="45720" rIns="91440" bIns="45720" rtlCol="1">
            <a:normAutofit/>
          </a:bodyPr>
          <a:lstStyle>
            <a:lvl1pPr marL="457200" indent="-457200" algn="r" rtl="1">
              <a:buFont typeface="+mj-lt"/>
              <a:buAutoNum type="arabicPeriod"/>
              <a:defRPr lang="en-US" sz="2000" dirty="0">
                <a:solidFill>
                  <a:schemeClr val="tx2"/>
                </a:solidFill>
              </a:defRPr>
            </a:lvl1pPr>
            <a:lvl2pPr marL="571500" indent="-342900" algn="r" rtl="1">
              <a:buFont typeface="+mj-lt"/>
              <a:buAutoNum type="arabicPeriod"/>
              <a:defRPr lang="en-US" sz="1800" dirty="0">
                <a:solidFill>
                  <a:schemeClr val="tx2"/>
                </a:solidFill>
              </a:defRPr>
            </a:lvl2pPr>
            <a:lvl3pPr marL="800100" indent="-342900" algn="r" rtl="1">
              <a:buFont typeface="+mj-lt"/>
              <a:buAutoNum type="arabicPeriod"/>
              <a:defRPr lang="en-US" sz="1600" dirty="0">
                <a:solidFill>
                  <a:schemeClr val="tx2"/>
                </a:solidFill>
              </a:defRPr>
            </a:lvl3pPr>
            <a:lvl4pPr marL="1028700" indent="-342900" algn="r" rtl="1">
              <a:buFont typeface="+mj-lt"/>
              <a:buAutoNum type="arabicPeriod"/>
              <a:defRPr lang="en-US" sz="1400" dirty="0">
                <a:solidFill>
                  <a:schemeClr val="tx2"/>
                </a:solidFill>
              </a:defRPr>
            </a:lvl4pPr>
            <a:lvl5pPr marL="1257300" indent="-342900" algn="r" rtl="1">
              <a:buFont typeface="+mj-lt"/>
              <a:buAutoNum type="arabicPeriod"/>
              <a:defRPr lang="en-US" sz="1400" dirty="0">
                <a:solidFill>
                  <a:schemeClr val="tx2"/>
                </a:solidFill>
              </a:defRPr>
            </a:lvl5pPr>
          </a:lstStyle>
          <a:p>
            <a:pPr lvl="0" rtl="1"/>
            <a:r>
              <a:rPr lang="he"/>
              <a:t>לחץ כדי לערוך סגנונות טקסט של תבנית בסיס</a:t>
            </a:r>
          </a:p>
          <a:p>
            <a:pPr lvl="1" rtl="1"/>
            <a:r>
              <a:rPr lang="he"/>
              <a:t>רמה שניה</a:t>
            </a:r>
          </a:p>
          <a:p>
            <a:pPr lvl="2" rtl="1"/>
            <a:r>
              <a:rPr lang="he"/>
              <a:t>רמה שלישית</a:t>
            </a:r>
          </a:p>
          <a:p>
            <a:pPr lvl="3" rtl="1"/>
            <a:r>
              <a:rPr lang="he"/>
              <a:t>רמה רביעית</a:t>
            </a:r>
          </a:p>
          <a:p>
            <a:pPr lvl="4" rtl="1"/>
            <a:r>
              <a:rPr lang="he"/>
              <a:t>רמה חמישית</a:t>
            </a:r>
            <a:endParaRPr lang="en-US" dirty="0"/>
          </a:p>
        </p:txBody>
      </p:sp>
      <p:sp>
        <p:nvSpPr>
          <p:cNvPr id="4" name="מציין מיקום של כותרת תחתונה 3">
            <a:extLst>
              <a:ext uri="{FF2B5EF4-FFF2-40B4-BE49-F238E27FC236}">
                <a16:creationId xmlns:a16="http://schemas.microsoft.com/office/drawing/2014/main" id="{0B12CFE6-D05E-5478-B3A4-81DC4DCD7410}"/>
              </a:ext>
            </a:extLst>
          </p:cNvPr>
          <p:cNvSpPr>
            <a:spLocks noGrp="1"/>
          </p:cNvSpPr>
          <p:nvPr>
            <p:ph type="ftr" sz="quarter" idx="11"/>
          </p:nvPr>
        </p:nvSpPr>
        <p:spPr>
          <a:xfrm>
            <a:off x="457200" y="6445997"/>
            <a:ext cx="3949302" cy="365125"/>
          </a:xfrm>
        </p:spPr>
        <p:txBody>
          <a:bodyPr rtlCol="1"/>
          <a:lstStyle>
            <a:lvl1pPr algn="r" rtl="1">
              <a:defRPr>
                <a:solidFill>
                  <a:schemeClr val="tx2"/>
                </a:solidFill>
              </a:defRPr>
            </a:lvl1pPr>
          </a:lstStyle>
          <a:p>
            <a:pPr rtl="1"/>
            <a:r>
              <a:rPr lang="he"/>
              <a:t>טקסט כותרת תחתונה לדוגמה</a:t>
            </a:r>
          </a:p>
        </p:txBody>
      </p:sp>
      <p:sp>
        <p:nvSpPr>
          <p:cNvPr id="3" name="מציין מיקום של תאריך 2">
            <a:extLst>
              <a:ext uri="{FF2B5EF4-FFF2-40B4-BE49-F238E27FC236}">
                <a16:creationId xmlns:a16="http://schemas.microsoft.com/office/drawing/2014/main" id="{6CC77F2D-39D2-22F7-CF0B-39D63EBF00B7}"/>
              </a:ext>
            </a:extLst>
          </p:cNvPr>
          <p:cNvSpPr>
            <a:spLocks noGrp="1"/>
          </p:cNvSpPr>
          <p:nvPr>
            <p:ph type="dt" sz="half" idx="10"/>
          </p:nvPr>
        </p:nvSpPr>
        <p:spPr/>
        <p:txBody>
          <a:bodyPr rtlCol="1"/>
          <a:lstStyle>
            <a:lvl1pPr algn="r" rtl="1">
              <a:defRPr>
                <a:solidFill>
                  <a:schemeClr val="tx2"/>
                </a:solidFill>
              </a:defRPr>
            </a:lvl1pPr>
          </a:lstStyle>
          <a:p>
            <a:pPr rtl="1"/>
            <a:r>
              <a:rPr lang="en-US"/>
              <a:t>11/08/2025</a:t>
            </a:r>
            <a:endParaRPr lang="en-US" dirty="0"/>
          </a:p>
        </p:txBody>
      </p:sp>
      <p:sp>
        <p:nvSpPr>
          <p:cNvPr id="5" name="מציין מיקום של מספר שקופית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rtlCol="1"/>
          <a:lstStyle>
            <a:lvl1pPr algn="r" rtl="1">
              <a:defRPr>
                <a:solidFill>
                  <a:schemeClr val="tx2"/>
                </a:solidFill>
              </a:defRPr>
            </a:lvl1pPr>
          </a:lstStyle>
          <a:p>
            <a:pPr rtl="1"/>
            <a:fld id="{DDF60B60-82CA-4BB9-BA6E-A62FADF2374B}" type="slidenum">
              <a:rPr lang="en-US" smtClean="0"/>
              <a:t>‹#›</a:t>
            </a:fld>
            <a:endParaRPr lang="en-US" dirty="0"/>
          </a:p>
        </p:txBody>
      </p:sp>
      <p:cxnSp>
        <p:nvCxnSpPr>
          <p:cNvPr id="11" name="מחבר ישר 10">
            <a:extLst>
              <a:ext uri="{FF2B5EF4-FFF2-40B4-BE49-F238E27FC236}">
                <a16:creationId xmlns:a16="http://schemas.microsoft.com/office/drawing/2014/main" id="{F06406B2-3637-5849-867E-A0ADC9D9DDA5}"/>
              </a:ext>
            </a:extLst>
          </p:cNvPr>
          <p:cNvCxnSpPr>
            <a:cxnSpLocks/>
          </p:cNvCxnSpPr>
          <p:nvPr/>
        </p:nvCxnSpPr>
        <p:spPr>
          <a:xfrm flipH="1">
            <a:off x="0" y="1822345"/>
            <a:ext cx="12192000" cy="0"/>
          </a:xfrm>
          <a:prstGeom prst="line">
            <a:avLst/>
          </a:prstGeom>
          <a:ln w="12700">
            <a:solidFill>
              <a:schemeClr val="tx1">
                <a:lumMod val="75000"/>
                <a:lumOff val="2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5" name="מחבר ישר 14">
            <a:extLst>
              <a:ext uri="{FF2B5EF4-FFF2-40B4-BE49-F238E27FC236}">
                <a16:creationId xmlns:a16="http://schemas.microsoft.com/office/drawing/2014/main" id="{40E47964-42E3-09B6-4B3F-96D1060D072B}"/>
              </a:ext>
            </a:extLst>
          </p:cNvPr>
          <p:cNvCxnSpPr>
            <a:cxnSpLocks/>
          </p:cNvCxnSpPr>
          <p:nvPr/>
        </p:nvCxnSpPr>
        <p:spPr>
          <a:xfrm flipH="1">
            <a:off x="0" y="6398068"/>
            <a:ext cx="12192000" cy="0"/>
          </a:xfrm>
          <a:prstGeom prst="line">
            <a:avLst/>
          </a:prstGeom>
          <a:ln w="9525">
            <a:solidFill>
              <a:schemeClr val="tx1">
                <a:lumMod val="75000"/>
                <a:lumOff val="25000"/>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3126687"/>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סדר יום 2">
    <p:bg>
      <p:bgRef idx="1001">
        <a:schemeClr val="bg1"/>
      </p:bgRef>
    </p:bg>
    <p:spTree>
      <p:nvGrpSpPr>
        <p:cNvPr id="1" name=""/>
        <p:cNvGrpSpPr/>
        <p:nvPr/>
      </p:nvGrpSpPr>
      <p:grpSpPr>
        <a:xfrm>
          <a:off x="0" y="0"/>
          <a:ext cx="0" cy="0"/>
          <a:chOff x="0" y="0"/>
          <a:chExt cx="0" cy="0"/>
        </a:xfrm>
      </p:grpSpPr>
      <p:sp>
        <p:nvSpPr>
          <p:cNvPr id="6" name="מלבן 5">
            <a:extLst>
              <a:ext uri="{FF2B5EF4-FFF2-40B4-BE49-F238E27FC236}">
                <a16:creationId xmlns:a16="http://schemas.microsoft.com/office/drawing/2014/main" id="{858E6B6D-2F30-4BA9-2B55-62940E3BFCA3}"/>
              </a:ext>
            </a:extLst>
          </p:cNvPr>
          <p:cNvSpPr/>
          <p:nvPr/>
        </p:nvSpPr>
        <p:spPr>
          <a:xfrm>
            <a:off x="0" y="0"/>
            <a:ext cx="12192000" cy="6858000"/>
          </a:xfrm>
          <a:prstGeom prst="rect">
            <a:avLst/>
          </a:prstGeom>
          <a:solidFill>
            <a:schemeClr val="bg2">
              <a:lumMod val="90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1"/>
            <a:endParaRPr lang="en-US" dirty="0"/>
          </a:p>
        </p:txBody>
      </p:sp>
      <p:sp>
        <p:nvSpPr>
          <p:cNvPr id="2" name="כותרת 1">
            <a:extLst>
              <a:ext uri="{FF2B5EF4-FFF2-40B4-BE49-F238E27FC236}">
                <a16:creationId xmlns:a16="http://schemas.microsoft.com/office/drawing/2014/main" id="{4E4019F8-742E-9EEF-F591-C9666AC32AF1}"/>
              </a:ext>
            </a:extLst>
          </p:cNvPr>
          <p:cNvSpPr>
            <a:spLocks noGrp="1"/>
          </p:cNvSpPr>
          <p:nvPr>
            <p:ph type="title"/>
          </p:nvPr>
        </p:nvSpPr>
        <p:spPr>
          <a:xfrm>
            <a:off x="457201" y="1118941"/>
            <a:ext cx="6565392" cy="5200516"/>
          </a:xfrm>
        </p:spPr>
        <p:txBody>
          <a:bodyPr rtlCol="1" anchor="b">
            <a:normAutofit/>
          </a:bodyPr>
          <a:lstStyle>
            <a:lvl1pPr algn="r" rtl="1">
              <a:lnSpc>
                <a:spcPct val="80000"/>
              </a:lnSpc>
              <a:defRPr sz="8000" cap="all" baseline="0">
                <a:solidFill>
                  <a:schemeClr val="accent1"/>
                </a:solidFill>
              </a:defRPr>
            </a:lvl1pPr>
          </a:lstStyle>
          <a:p>
            <a:pPr rtl="1"/>
            <a:r>
              <a:rPr lang="he"/>
              <a:t>לחץ כדי לערוך סגנון כותרת של תבנית בסיס</a:t>
            </a:r>
            <a:endParaRPr lang="en-US" dirty="0"/>
          </a:p>
        </p:txBody>
      </p:sp>
      <p:sp>
        <p:nvSpPr>
          <p:cNvPr id="7" name="מציין מיקום תוכן 6">
            <a:extLst>
              <a:ext uri="{FF2B5EF4-FFF2-40B4-BE49-F238E27FC236}">
                <a16:creationId xmlns:a16="http://schemas.microsoft.com/office/drawing/2014/main" id="{28C8B19A-6FC1-2B71-0BFB-9274CBF396B9}"/>
              </a:ext>
            </a:extLst>
          </p:cNvPr>
          <p:cNvSpPr>
            <a:spLocks noGrp="1"/>
          </p:cNvSpPr>
          <p:nvPr>
            <p:ph sz="quarter" idx="13"/>
          </p:nvPr>
        </p:nvSpPr>
        <p:spPr>
          <a:xfrm>
            <a:off x="7857689" y="532759"/>
            <a:ext cx="3877110" cy="5463437"/>
          </a:xfrm>
        </p:spPr>
        <p:txBody>
          <a:bodyPr vert="horz" lIns="91440" tIns="45720" rIns="91440" bIns="45720" rtlCol="1">
            <a:normAutofit/>
          </a:bodyPr>
          <a:lstStyle>
            <a:lvl1pPr marL="457200" indent="-457200" algn="r" rtl="1">
              <a:buFont typeface="+mj-lt"/>
              <a:buAutoNum type="arabicPeriod"/>
              <a:defRPr lang="en-US" sz="1800" dirty="0">
                <a:solidFill>
                  <a:schemeClr val="tx2"/>
                </a:solidFill>
              </a:defRPr>
            </a:lvl1pPr>
            <a:lvl2pPr marL="571500" indent="-342900" algn="r" rtl="1">
              <a:buFont typeface="+mj-lt"/>
              <a:buAutoNum type="arabicPeriod"/>
              <a:defRPr lang="en-US" sz="1600" dirty="0">
                <a:solidFill>
                  <a:schemeClr val="tx2"/>
                </a:solidFill>
              </a:defRPr>
            </a:lvl2pPr>
            <a:lvl3pPr marL="800100" indent="-342900" algn="r" rtl="1">
              <a:buFont typeface="+mj-lt"/>
              <a:buAutoNum type="arabicPeriod"/>
              <a:defRPr lang="en-US" sz="1600" dirty="0">
                <a:solidFill>
                  <a:schemeClr val="tx2"/>
                </a:solidFill>
              </a:defRPr>
            </a:lvl3pPr>
            <a:lvl4pPr marL="1028700" indent="-342900" algn="r" rtl="1">
              <a:buFont typeface="+mj-lt"/>
              <a:buAutoNum type="arabicPeriod"/>
              <a:defRPr lang="en-US" sz="1400" dirty="0">
                <a:solidFill>
                  <a:schemeClr val="tx2"/>
                </a:solidFill>
              </a:defRPr>
            </a:lvl4pPr>
            <a:lvl5pPr marL="1257300" indent="-342900" algn="r" rtl="1">
              <a:buFont typeface="+mj-lt"/>
              <a:buAutoNum type="arabicPeriod"/>
              <a:defRPr lang="en-US" sz="1400" dirty="0">
                <a:solidFill>
                  <a:schemeClr val="tx2"/>
                </a:solidFill>
              </a:defRPr>
            </a:lvl5pPr>
          </a:lstStyle>
          <a:p>
            <a:pPr lvl="0" rtl="1"/>
            <a:r>
              <a:rPr lang="he"/>
              <a:t>לחץ כדי לערוך סגנונות טקסט של תבנית בסיס</a:t>
            </a:r>
          </a:p>
          <a:p>
            <a:pPr lvl="1" rtl="1"/>
            <a:r>
              <a:rPr lang="he"/>
              <a:t>רמה שניה</a:t>
            </a:r>
          </a:p>
          <a:p>
            <a:pPr lvl="2" rtl="1"/>
            <a:r>
              <a:rPr lang="he"/>
              <a:t>רמה שלישית</a:t>
            </a:r>
          </a:p>
          <a:p>
            <a:pPr lvl="3" rtl="1"/>
            <a:r>
              <a:rPr lang="he"/>
              <a:t>רמה רביעית</a:t>
            </a:r>
          </a:p>
          <a:p>
            <a:pPr lvl="4" rtl="1"/>
            <a:r>
              <a:rPr lang="he"/>
              <a:t>רמה חמישית</a:t>
            </a:r>
            <a:endParaRPr lang="en-US" dirty="0"/>
          </a:p>
        </p:txBody>
      </p:sp>
      <p:sp>
        <p:nvSpPr>
          <p:cNvPr id="4" name="מציין מיקום של כותרת תחתונה 3">
            <a:extLst>
              <a:ext uri="{FF2B5EF4-FFF2-40B4-BE49-F238E27FC236}">
                <a16:creationId xmlns:a16="http://schemas.microsoft.com/office/drawing/2014/main" id="{0B12CFE6-D05E-5478-B3A4-81DC4DCD7410}"/>
              </a:ext>
            </a:extLst>
          </p:cNvPr>
          <p:cNvSpPr>
            <a:spLocks noGrp="1"/>
          </p:cNvSpPr>
          <p:nvPr>
            <p:ph type="ftr" sz="quarter" idx="11"/>
          </p:nvPr>
        </p:nvSpPr>
        <p:spPr>
          <a:xfrm>
            <a:off x="457200" y="6445997"/>
            <a:ext cx="3949302" cy="365125"/>
          </a:xfrm>
        </p:spPr>
        <p:txBody>
          <a:bodyPr rtlCol="1"/>
          <a:lstStyle>
            <a:lvl1pPr algn="r" rtl="1">
              <a:defRPr>
                <a:solidFill>
                  <a:schemeClr val="tx2"/>
                </a:solidFill>
              </a:defRPr>
            </a:lvl1pPr>
          </a:lstStyle>
          <a:p>
            <a:pPr rtl="1"/>
            <a:r>
              <a:rPr lang="he"/>
              <a:t>טקסט כותרת תחתונה לדוגמה</a:t>
            </a:r>
          </a:p>
        </p:txBody>
      </p:sp>
      <p:sp>
        <p:nvSpPr>
          <p:cNvPr id="3" name="מציין מיקום של תאריך 2">
            <a:extLst>
              <a:ext uri="{FF2B5EF4-FFF2-40B4-BE49-F238E27FC236}">
                <a16:creationId xmlns:a16="http://schemas.microsoft.com/office/drawing/2014/main" id="{6CC77F2D-39D2-22F7-CF0B-39D63EBF00B7}"/>
              </a:ext>
            </a:extLst>
          </p:cNvPr>
          <p:cNvSpPr>
            <a:spLocks noGrp="1"/>
          </p:cNvSpPr>
          <p:nvPr>
            <p:ph type="dt" sz="half" idx="10"/>
          </p:nvPr>
        </p:nvSpPr>
        <p:spPr/>
        <p:txBody>
          <a:bodyPr rtlCol="1"/>
          <a:lstStyle>
            <a:lvl1pPr algn="r" rtl="1">
              <a:defRPr>
                <a:solidFill>
                  <a:schemeClr val="tx2"/>
                </a:solidFill>
              </a:defRPr>
            </a:lvl1pPr>
          </a:lstStyle>
          <a:p>
            <a:pPr rtl="1"/>
            <a:r>
              <a:rPr lang="en-US"/>
              <a:t>11/08/2025</a:t>
            </a:r>
            <a:endParaRPr lang="en-US" dirty="0"/>
          </a:p>
        </p:txBody>
      </p:sp>
      <p:sp>
        <p:nvSpPr>
          <p:cNvPr id="5" name="מציין מיקום של מספר שקופית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rtlCol="1"/>
          <a:lstStyle>
            <a:lvl1pPr algn="r" rtl="1">
              <a:defRPr>
                <a:solidFill>
                  <a:schemeClr val="tx2"/>
                </a:solidFill>
              </a:defRPr>
            </a:lvl1pPr>
          </a:lstStyle>
          <a:p>
            <a:pPr rtl="1"/>
            <a:fld id="{DDF60B60-82CA-4BB9-BA6E-A62FADF2374B}" type="slidenum">
              <a:rPr lang="en-US" smtClean="0"/>
              <a:t>‹#›</a:t>
            </a:fld>
            <a:endParaRPr lang="en-US" dirty="0"/>
          </a:p>
        </p:txBody>
      </p:sp>
      <p:cxnSp>
        <p:nvCxnSpPr>
          <p:cNvPr id="15" name="מחבר ישר 14">
            <a:extLst>
              <a:ext uri="{FF2B5EF4-FFF2-40B4-BE49-F238E27FC236}">
                <a16:creationId xmlns:a16="http://schemas.microsoft.com/office/drawing/2014/main" id="{40E47964-42E3-09B6-4B3F-96D1060D072B}"/>
              </a:ext>
            </a:extLst>
          </p:cNvPr>
          <p:cNvCxnSpPr>
            <a:cxnSpLocks/>
          </p:cNvCxnSpPr>
          <p:nvPr/>
        </p:nvCxnSpPr>
        <p:spPr>
          <a:xfrm flipH="1">
            <a:off x="0" y="6398068"/>
            <a:ext cx="12192000" cy="0"/>
          </a:xfrm>
          <a:prstGeom prst="line">
            <a:avLst/>
          </a:prstGeom>
          <a:ln w="9525">
            <a:solidFill>
              <a:schemeClr val="tx1">
                <a:lumMod val="75000"/>
                <a:lumOff val="2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מחבר ישר 9">
            <a:extLst>
              <a:ext uri="{FF2B5EF4-FFF2-40B4-BE49-F238E27FC236}">
                <a16:creationId xmlns:a16="http://schemas.microsoft.com/office/drawing/2014/main" id="{25DD64E6-257D-65B2-D2A7-6A1002E1E580}"/>
              </a:ext>
            </a:extLst>
          </p:cNvPr>
          <p:cNvCxnSpPr>
            <a:cxnSpLocks/>
          </p:cNvCxnSpPr>
          <p:nvPr/>
        </p:nvCxnSpPr>
        <p:spPr>
          <a:xfrm>
            <a:off x="740049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5767442"/>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סדר יום עם תמונה">
    <p:bg>
      <p:bgRef idx="1001">
        <a:schemeClr val="bg1"/>
      </p:bgRef>
    </p:bg>
    <p:spTree>
      <p:nvGrpSpPr>
        <p:cNvPr id="1" name=""/>
        <p:cNvGrpSpPr/>
        <p:nvPr/>
      </p:nvGrpSpPr>
      <p:grpSpPr>
        <a:xfrm>
          <a:off x="0" y="0"/>
          <a:ext cx="0" cy="0"/>
          <a:chOff x="0" y="0"/>
          <a:chExt cx="0" cy="0"/>
        </a:xfrm>
      </p:grpSpPr>
      <p:sp>
        <p:nvSpPr>
          <p:cNvPr id="6" name="מלבן 5">
            <a:extLst>
              <a:ext uri="{FF2B5EF4-FFF2-40B4-BE49-F238E27FC236}">
                <a16:creationId xmlns:a16="http://schemas.microsoft.com/office/drawing/2014/main" id="{B0D0A563-F018-FFF1-B911-D69E42CEEAA5}"/>
              </a:ext>
            </a:extLst>
          </p:cNvPr>
          <p:cNvSpPr/>
          <p:nvPr/>
        </p:nvSpPr>
        <p:spPr>
          <a:xfrm>
            <a:off x="0" y="0"/>
            <a:ext cx="12192000" cy="6858000"/>
          </a:xfrm>
          <a:prstGeom prst="rect">
            <a:avLst/>
          </a:prstGeom>
          <a:solidFill>
            <a:schemeClr val="bg2">
              <a:lumMod val="90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1"/>
            <a:endParaRPr lang="en-US" dirty="0"/>
          </a:p>
        </p:txBody>
      </p:sp>
      <p:sp>
        <p:nvSpPr>
          <p:cNvPr id="2" name="כותרת 1">
            <a:extLst>
              <a:ext uri="{FF2B5EF4-FFF2-40B4-BE49-F238E27FC236}">
                <a16:creationId xmlns:a16="http://schemas.microsoft.com/office/drawing/2014/main" id="{4E4019F8-742E-9EEF-F591-C9666AC32AF1}"/>
              </a:ext>
            </a:extLst>
          </p:cNvPr>
          <p:cNvSpPr>
            <a:spLocks noGrp="1"/>
          </p:cNvSpPr>
          <p:nvPr>
            <p:ph type="title"/>
          </p:nvPr>
        </p:nvSpPr>
        <p:spPr>
          <a:xfrm>
            <a:off x="457201" y="463362"/>
            <a:ext cx="11130279" cy="1162632"/>
          </a:xfrm>
        </p:spPr>
        <p:txBody>
          <a:bodyPr rtlCol="1" anchor="ctr">
            <a:normAutofit/>
          </a:bodyPr>
          <a:lstStyle>
            <a:lvl1pPr algn="r" rtl="1">
              <a:defRPr sz="7200" cap="all" baseline="0">
                <a:solidFill>
                  <a:schemeClr val="accent1"/>
                </a:solidFill>
              </a:defRPr>
            </a:lvl1pPr>
          </a:lstStyle>
          <a:p>
            <a:pPr rtl="1"/>
            <a:r>
              <a:rPr lang="he"/>
              <a:t>לחץ כדי לערוך סגנון כותרת של תבנית בסיס</a:t>
            </a:r>
            <a:endParaRPr lang="en-US" dirty="0"/>
          </a:p>
        </p:txBody>
      </p:sp>
      <p:sp>
        <p:nvSpPr>
          <p:cNvPr id="8" name="מציין מיקום של תמונה 7">
            <a:extLst>
              <a:ext uri="{FF2B5EF4-FFF2-40B4-BE49-F238E27FC236}">
                <a16:creationId xmlns:a16="http://schemas.microsoft.com/office/drawing/2014/main" id="{5DA2B1BE-7DDF-C8B4-6A46-21B5A0257D08}"/>
              </a:ext>
            </a:extLst>
          </p:cNvPr>
          <p:cNvSpPr>
            <a:spLocks noGrp="1"/>
          </p:cNvSpPr>
          <p:nvPr>
            <p:ph type="pic" sz="quarter" idx="14" hasCustomPrompt="1"/>
          </p:nvPr>
        </p:nvSpPr>
        <p:spPr>
          <a:xfrm>
            <a:off x="-8364" y="1830708"/>
            <a:ext cx="5321063" cy="4563927"/>
          </a:xfrm>
          <a:blipFill dpi="0" rotWithShape="1">
            <a:blip r:embed="rId2">
              <a:alphaModFix amt="80000"/>
            </a:blip>
            <a:srcRect/>
            <a:stretch>
              <a:fillRect/>
            </a:stretch>
          </a:blipFill>
        </p:spPr>
        <p:txBody>
          <a:bodyPr rtlCol="1"/>
          <a:lstStyle>
            <a:lvl1pPr marL="0" indent="0" algn="r" rtl="1">
              <a:buNone/>
              <a:defRPr/>
            </a:lvl1pPr>
          </a:lstStyle>
          <a:p>
            <a:pPr rtl="1"/>
            <a:r>
              <a:rPr lang="he"/>
              <a:t> </a:t>
            </a:r>
          </a:p>
        </p:txBody>
      </p:sp>
      <p:sp>
        <p:nvSpPr>
          <p:cNvPr id="7" name="מציין מיקום תוכן 6">
            <a:extLst>
              <a:ext uri="{FF2B5EF4-FFF2-40B4-BE49-F238E27FC236}">
                <a16:creationId xmlns:a16="http://schemas.microsoft.com/office/drawing/2014/main" id="{28C8B19A-6FC1-2B71-0BFB-9274CBF396B9}"/>
              </a:ext>
            </a:extLst>
          </p:cNvPr>
          <p:cNvSpPr>
            <a:spLocks noGrp="1"/>
          </p:cNvSpPr>
          <p:nvPr>
            <p:ph sz="quarter" idx="13"/>
          </p:nvPr>
        </p:nvSpPr>
        <p:spPr>
          <a:xfrm>
            <a:off x="5846552" y="2191025"/>
            <a:ext cx="5733156" cy="3894807"/>
          </a:xfrm>
        </p:spPr>
        <p:txBody>
          <a:bodyPr vert="horz" lIns="91440" tIns="45720" rIns="91440" bIns="45720" rtlCol="1">
            <a:normAutofit/>
          </a:bodyPr>
          <a:lstStyle>
            <a:lvl1pPr marL="457200" indent="-457200" algn="r" rtl="1">
              <a:buFont typeface="+mj-lt"/>
              <a:buAutoNum type="arabicPeriod"/>
              <a:defRPr lang="en-US" sz="2000" dirty="0">
                <a:solidFill>
                  <a:schemeClr val="tx2"/>
                </a:solidFill>
              </a:defRPr>
            </a:lvl1pPr>
            <a:lvl2pPr marL="571500" indent="-342900" algn="r" rtl="1">
              <a:buFont typeface="+mj-lt"/>
              <a:buAutoNum type="arabicPeriod"/>
              <a:defRPr lang="en-US" sz="1800" dirty="0">
                <a:solidFill>
                  <a:schemeClr val="tx2"/>
                </a:solidFill>
              </a:defRPr>
            </a:lvl2pPr>
            <a:lvl3pPr marL="800100" indent="-342900" algn="r" rtl="1">
              <a:buFont typeface="+mj-lt"/>
              <a:buAutoNum type="arabicPeriod"/>
              <a:defRPr lang="en-US" sz="1600" dirty="0">
                <a:solidFill>
                  <a:schemeClr val="tx2"/>
                </a:solidFill>
              </a:defRPr>
            </a:lvl3pPr>
            <a:lvl4pPr marL="1028700" indent="-342900" algn="r" rtl="1">
              <a:buFont typeface="+mj-lt"/>
              <a:buAutoNum type="arabicPeriod"/>
              <a:defRPr lang="en-US" sz="1400" dirty="0">
                <a:solidFill>
                  <a:schemeClr val="tx2"/>
                </a:solidFill>
              </a:defRPr>
            </a:lvl4pPr>
            <a:lvl5pPr marL="1257300" indent="-342900" algn="r" rtl="1">
              <a:buFont typeface="+mj-lt"/>
              <a:buAutoNum type="arabicPeriod"/>
              <a:defRPr lang="en-US" sz="1400" dirty="0">
                <a:solidFill>
                  <a:schemeClr val="tx2"/>
                </a:solidFill>
              </a:defRPr>
            </a:lvl5pPr>
          </a:lstStyle>
          <a:p>
            <a:pPr lvl="0" rtl="1"/>
            <a:r>
              <a:rPr lang="he"/>
              <a:t>לחץ כדי לערוך סגנונות טקסט של תבנית בסיס</a:t>
            </a:r>
          </a:p>
          <a:p>
            <a:pPr lvl="1" rtl="1"/>
            <a:r>
              <a:rPr lang="he"/>
              <a:t>רמה שניה</a:t>
            </a:r>
          </a:p>
          <a:p>
            <a:pPr lvl="2" rtl="1"/>
            <a:r>
              <a:rPr lang="he"/>
              <a:t>רמה שלישית</a:t>
            </a:r>
          </a:p>
          <a:p>
            <a:pPr lvl="3" rtl="1"/>
            <a:r>
              <a:rPr lang="he"/>
              <a:t>רמה רביעית</a:t>
            </a:r>
          </a:p>
          <a:p>
            <a:pPr lvl="4" rtl="1"/>
            <a:r>
              <a:rPr lang="he"/>
              <a:t>רמה חמישית</a:t>
            </a:r>
            <a:endParaRPr lang="en-US" dirty="0"/>
          </a:p>
        </p:txBody>
      </p:sp>
      <p:sp>
        <p:nvSpPr>
          <p:cNvPr id="4" name="מציין מיקום של כותרת תחתונה 3">
            <a:extLst>
              <a:ext uri="{FF2B5EF4-FFF2-40B4-BE49-F238E27FC236}">
                <a16:creationId xmlns:a16="http://schemas.microsoft.com/office/drawing/2014/main" id="{0B12CFE6-D05E-5478-B3A4-81DC4DCD7410}"/>
              </a:ext>
            </a:extLst>
          </p:cNvPr>
          <p:cNvSpPr>
            <a:spLocks noGrp="1"/>
          </p:cNvSpPr>
          <p:nvPr>
            <p:ph type="ftr" sz="quarter" idx="11"/>
          </p:nvPr>
        </p:nvSpPr>
        <p:spPr>
          <a:xfrm>
            <a:off x="457200" y="6445997"/>
            <a:ext cx="3949302" cy="365125"/>
          </a:xfrm>
        </p:spPr>
        <p:txBody>
          <a:bodyPr rtlCol="1"/>
          <a:lstStyle>
            <a:lvl1pPr algn="r" rtl="1">
              <a:defRPr>
                <a:solidFill>
                  <a:schemeClr val="tx2"/>
                </a:solidFill>
              </a:defRPr>
            </a:lvl1pPr>
          </a:lstStyle>
          <a:p>
            <a:pPr rtl="1"/>
            <a:r>
              <a:rPr lang="he"/>
              <a:t>טקסט כותרת תחתונה לדוגמה</a:t>
            </a:r>
          </a:p>
        </p:txBody>
      </p:sp>
      <p:sp>
        <p:nvSpPr>
          <p:cNvPr id="3" name="מציין מיקום של תאריך 2">
            <a:extLst>
              <a:ext uri="{FF2B5EF4-FFF2-40B4-BE49-F238E27FC236}">
                <a16:creationId xmlns:a16="http://schemas.microsoft.com/office/drawing/2014/main" id="{6CC77F2D-39D2-22F7-CF0B-39D63EBF00B7}"/>
              </a:ext>
            </a:extLst>
          </p:cNvPr>
          <p:cNvSpPr>
            <a:spLocks noGrp="1"/>
          </p:cNvSpPr>
          <p:nvPr>
            <p:ph type="dt" sz="half" idx="10"/>
          </p:nvPr>
        </p:nvSpPr>
        <p:spPr/>
        <p:txBody>
          <a:bodyPr rtlCol="1"/>
          <a:lstStyle>
            <a:lvl1pPr algn="r" rtl="1">
              <a:defRPr>
                <a:solidFill>
                  <a:schemeClr val="tx2"/>
                </a:solidFill>
              </a:defRPr>
            </a:lvl1pPr>
          </a:lstStyle>
          <a:p>
            <a:pPr rtl="1"/>
            <a:r>
              <a:rPr lang="en-US"/>
              <a:t>11/08/2025</a:t>
            </a:r>
            <a:endParaRPr lang="en-US" dirty="0"/>
          </a:p>
        </p:txBody>
      </p:sp>
      <p:sp>
        <p:nvSpPr>
          <p:cNvPr id="5" name="מציין מיקום של מספר שקופית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rtlCol="1"/>
          <a:lstStyle>
            <a:lvl1pPr algn="r" rtl="1">
              <a:defRPr>
                <a:solidFill>
                  <a:schemeClr val="tx2"/>
                </a:solidFill>
              </a:defRPr>
            </a:lvl1pPr>
          </a:lstStyle>
          <a:p>
            <a:pPr rtl="1"/>
            <a:fld id="{DDF60B60-82CA-4BB9-BA6E-A62FADF2374B}" type="slidenum">
              <a:rPr lang="en-US" smtClean="0"/>
              <a:t>‹#›</a:t>
            </a:fld>
            <a:endParaRPr lang="en-US" dirty="0"/>
          </a:p>
        </p:txBody>
      </p:sp>
      <p:cxnSp>
        <p:nvCxnSpPr>
          <p:cNvPr id="11" name="מחבר ישר 10">
            <a:extLst>
              <a:ext uri="{FF2B5EF4-FFF2-40B4-BE49-F238E27FC236}">
                <a16:creationId xmlns:a16="http://schemas.microsoft.com/office/drawing/2014/main" id="{F06406B2-3637-5849-867E-A0ADC9D9DDA5}"/>
              </a:ext>
            </a:extLst>
          </p:cNvPr>
          <p:cNvCxnSpPr>
            <a:cxnSpLocks/>
          </p:cNvCxnSpPr>
          <p:nvPr/>
        </p:nvCxnSpPr>
        <p:spPr>
          <a:xfrm flipH="1">
            <a:off x="0" y="1822345"/>
            <a:ext cx="12192000" cy="0"/>
          </a:xfrm>
          <a:prstGeom prst="line">
            <a:avLst/>
          </a:prstGeom>
          <a:ln w="9525">
            <a:solidFill>
              <a:schemeClr val="tx1">
                <a:lumMod val="75000"/>
                <a:lumOff val="2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5" name="מחבר ישר 14">
            <a:extLst>
              <a:ext uri="{FF2B5EF4-FFF2-40B4-BE49-F238E27FC236}">
                <a16:creationId xmlns:a16="http://schemas.microsoft.com/office/drawing/2014/main" id="{40E47964-42E3-09B6-4B3F-96D1060D072B}"/>
              </a:ext>
            </a:extLst>
          </p:cNvPr>
          <p:cNvCxnSpPr>
            <a:cxnSpLocks/>
          </p:cNvCxnSpPr>
          <p:nvPr/>
        </p:nvCxnSpPr>
        <p:spPr>
          <a:xfrm flipH="1">
            <a:off x="0" y="6398068"/>
            <a:ext cx="12192000" cy="0"/>
          </a:xfrm>
          <a:prstGeom prst="line">
            <a:avLst/>
          </a:prstGeom>
          <a:ln w="9525">
            <a:solidFill>
              <a:schemeClr val="tx1">
                <a:lumMod val="75000"/>
                <a:lumOff val="2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0" name="מחבר ישר 9">
            <a:extLst>
              <a:ext uri="{FF2B5EF4-FFF2-40B4-BE49-F238E27FC236}">
                <a16:creationId xmlns:a16="http://schemas.microsoft.com/office/drawing/2014/main" id="{25DD64E6-257D-65B2-D2A7-6A1002E1E580}"/>
              </a:ext>
            </a:extLst>
          </p:cNvPr>
          <p:cNvCxnSpPr>
            <a:cxnSpLocks/>
          </p:cNvCxnSpPr>
          <p:nvPr/>
        </p:nvCxnSpPr>
        <p:spPr>
          <a:xfrm>
            <a:off x="5321065" y="1822345"/>
            <a:ext cx="0" cy="5035655"/>
          </a:xfrm>
          <a:prstGeom prst="line">
            <a:avLst/>
          </a:prstGeom>
          <a:ln w="9525">
            <a:solidFill>
              <a:schemeClr val="tx1">
                <a:lumMod val="75000"/>
                <a:lumOff val="25000"/>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9607881"/>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תוכן 2">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A58AB8C-6B7B-EBD3-4D71-F5150448D3B6}"/>
              </a:ext>
            </a:extLst>
          </p:cNvPr>
          <p:cNvSpPr>
            <a:spLocks noGrp="1"/>
          </p:cNvSpPr>
          <p:nvPr>
            <p:ph type="title"/>
          </p:nvPr>
        </p:nvSpPr>
        <p:spPr>
          <a:xfrm>
            <a:off x="2919167" y="860128"/>
            <a:ext cx="6353666" cy="1711083"/>
          </a:xfrm>
        </p:spPr>
        <p:txBody>
          <a:bodyPr rtlCol="1" anchor="b">
            <a:normAutofit/>
          </a:bodyPr>
          <a:lstStyle>
            <a:lvl1pPr algn="ctr" rtl="1">
              <a:defRPr sz="3200">
                <a:solidFill>
                  <a:schemeClr val="tx2"/>
                </a:solidFill>
              </a:defRPr>
            </a:lvl1pPr>
          </a:lstStyle>
          <a:p>
            <a:pPr rtl="1"/>
            <a:r>
              <a:rPr lang="he"/>
              <a:t>לחץ כדי לערוך סגנון כותרת של תבנית בסיס</a:t>
            </a:r>
            <a:endParaRPr lang="en-US" dirty="0"/>
          </a:p>
        </p:txBody>
      </p:sp>
      <p:sp>
        <p:nvSpPr>
          <p:cNvPr id="3" name="מציין מיקום תוכן 2">
            <a:extLst>
              <a:ext uri="{FF2B5EF4-FFF2-40B4-BE49-F238E27FC236}">
                <a16:creationId xmlns:a16="http://schemas.microsoft.com/office/drawing/2014/main" id="{00327223-CF88-A3FD-E8DF-370D7C19B1B6}"/>
              </a:ext>
            </a:extLst>
          </p:cNvPr>
          <p:cNvSpPr>
            <a:spLocks noGrp="1"/>
          </p:cNvSpPr>
          <p:nvPr>
            <p:ph idx="1"/>
          </p:nvPr>
        </p:nvSpPr>
        <p:spPr>
          <a:xfrm>
            <a:off x="3306618" y="3155112"/>
            <a:ext cx="5578764" cy="2442120"/>
          </a:xfrm>
        </p:spPr>
        <p:txBody>
          <a:bodyPr rtlCol="1" anchor="t"/>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stStyle>
          <a:p>
            <a:pPr lvl="0" rtl="1"/>
            <a:r>
              <a:rPr lang="he"/>
              <a:t>לחץ כדי לערוך סגנונות טקסט של תבנית בסיס</a:t>
            </a:r>
          </a:p>
          <a:p>
            <a:pPr lvl="1" rtl="1"/>
            <a:r>
              <a:rPr lang="he"/>
              <a:t>רמה שניה</a:t>
            </a:r>
          </a:p>
          <a:p>
            <a:pPr lvl="2" rtl="1"/>
            <a:r>
              <a:rPr lang="he"/>
              <a:t>רמה שלישית</a:t>
            </a:r>
          </a:p>
          <a:p>
            <a:pPr lvl="3" rtl="1"/>
            <a:r>
              <a:rPr lang="he"/>
              <a:t>רמה רביעית</a:t>
            </a:r>
          </a:p>
          <a:p>
            <a:pPr lvl="4" rtl="1"/>
            <a:r>
              <a:rPr lang="he"/>
              <a:t>רמה חמישית</a:t>
            </a:r>
            <a:endParaRPr lang="en-US" dirty="0"/>
          </a:p>
        </p:txBody>
      </p:sp>
      <p:sp>
        <p:nvSpPr>
          <p:cNvPr id="5" name="מציין מיקום של כותרת תחתונה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rtlCol="1"/>
          <a:lstStyle/>
          <a:p>
            <a:pPr rtl="1"/>
            <a:r>
              <a:rPr lang="he"/>
              <a:t>טקסט כותרת תחתונה לדוגמה</a:t>
            </a:r>
          </a:p>
        </p:txBody>
      </p:sp>
      <p:sp>
        <p:nvSpPr>
          <p:cNvPr id="4" name="מציין מיקום של תאריך 3">
            <a:extLst>
              <a:ext uri="{FF2B5EF4-FFF2-40B4-BE49-F238E27FC236}">
                <a16:creationId xmlns:a16="http://schemas.microsoft.com/office/drawing/2014/main" id="{ADC28223-FDFF-908F-158A-3401127BA5C7}"/>
              </a:ext>
            </a:extLst>
          </p:cNvPr>
          <p:cNvSpPr>
            <a:spLocks noGrp="1"/>
          </p:cNvSpPr>
          <p:nvPr>
            <p:ph type="dt" sz="half" idx="10"/>
          </p:nvPr>
        </p:nvSpPr>
        <p:spPr/>
        <p:txBody>
          <a:bodyPr rtlCol="1"/>
          <a:lstStyle/>
          <a:p>
            <a:pPr rtl="1"/>
            <a:r>
              <a:rPr lang="en-US"/>
              <a:t>11/08/2025</a:t>
            </a:r>
            <a:endParaRPr lang="en-US" dirty="0"/>
          </a:p>
        </p:txBody>
      </p:sp>
      <p:sp>
        <p:nvSpPr>
          <p:cNvPr id="6" name="מציין מיקום של מספר שקופית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rtlCol="1"/>
          <a:lstStyle/>
          <a:p>
            <a:pPr rtl="1"/>
            <a:fld id="{DDF60B60-82CA-4BB9-BA6E-A62FADF2374B}" type="slidenum">
              <a:rPr lang="en-US" smtClean="0"/>
              <a:t>‹#›</a:t>
            </a:fld>
            <a:endParaRPr lang="en-US" dirty="0"/>
          </a:p>
        </p:txBody>
      </p:sp>
      <p:cxnSp>
        <p:nvCxnSpPr>
          <p:cNvPr id="8" name="מחבר ישר 7">
            <a:extLst>
              <a:ext uri="{FF2B5EF4-FFF2-40B4-BE49-F238E27FC236}">
                <a16:creationId xmlns:a16="http://schemas.microsoft.com/office/drawing/2014/main" id="{2682F24D-05C9-B6C7-3A94-C06130BFE9B2}"/>
              </a:ext>
            </a:extLst>
          </p:cNvPr>
          <p:cNvCxnSpPr>
            <a:cxnSpLocks/>
          </p:cNvCxnSpPr>
          <p:nvPr/>
        </p:nvCxnSpPr>
        <p:spPr>
          <a:xfrm flipH="1">
            <a:off x="0" y="2783179"/>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629322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תוכן 3">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A58AB8C-6B7B-EBD3-4D71-F5150448D3B6}"/>
              </a:ext>
            </a:extLst>
          </p:cNvPr>
          <p:cNvSpPr>
            <a:spLocks noGrp="1"/>
          </p:cNvSpPr>
          <p:nvPr>
            <p:ph type="title"/>
          </p:nvPr>
        </p:nvSpPr>
        <p:spPr>
          <a:xfrm>
            <a:off x="3494711" y="845617"/>
            <a:ext cx="5897862" cy="1436331"/>
          </a:xfrm>
        </p:spPr>
        <p:txBody>
          <a:bodyPr rtlCol="1"/>
          <a:lstStyle/>
          <a:p>
            <a:pPr rtl="1"/>
            <a:r>
              <a:rPr lang="he"/>
              <a:t>לחץ כדי לערוך סגנון כותרת של תבנית בסיס</a:t>
            </a:r>
            <a:endParaRPr lang="en-US" dirty="0"/>
          </a:p>
        </p:txBody>
      </p:sp>
      <p:sp>
        <p:nvSpPr>
          <p:cNvPr id="3" name="מציין מיקום תוכן 2">
            <a:extLst>
              <a:ext uri="{FF2B5EF4-FFF2-40B4-BE49-F238E27FC236}">
                <a16:creationId xmlns:a16="http://schemas.microsoft.com/office/drawing/2014/main" id="{00327223-CF88-A3FD-E8DF-370D7C19B1B6}"/>
              </a:ext>
            </a:extLst>
          </p:cNvPr>
          <p:cNvSpPr>
            <a:spLocks noGrp="1"/>
          </p:cNvSpPr>
          <p:nvPr>
            <p:ph idx="1"/>
          </p:nvPr>
        </p:nvSpPr>
        <p:spPr>
          <a:xfrm>
            <a:off x="3494711" y="2910484"/>
            <a:ext cx="5897862" cy="3066386"/>
          </a:xfrm>
        </p:spPr>
        <p:txBody>
          <a:bodyPr rtlCol="1"/>
          <a:lstStyle/>
          <a:p>
            <a:pPr lvl="0" rtl="1"/>
            <a:r>
              <a:rPr lang="he"/>
              <a:t>לחץ כדי לערוך סגנונות טקסט של תבנית בסיס</a:t>
            </a:r>
          </a:p>
          <a:p>
            <a:pPr lvl="1" rtl="1"/>
            <a:r>
              <a:rPr lang="he"/>
              <a:t>רמה שניה</a:t>
            </a:r>
          </a:p>
          <a:p>
            <a:pPr lvl="2" rtl="1"/>
            <a:r>
              <a:rPr lang="he"/>
              <a:t>רמה שלישית</a:t>
            </a:r>
          </a:p>
          <a:p>
            <a:pPr lvl="3" rtl="1"/>
            <a:r>
              <a:rPr lang="he"/>
              <a:t>רמה רביעית</a:t>
            </a:r>
          </a:p>
          <a:p>
            <a:pPr lvl="4" rtl="1"/>
            <a:r>
              <a:rPr lang="he"/>
              <a:t>רמה חמישית</a:t>
            </a:r>
            <a:endParaRPr lang="en-US" dirty="0"/>
          </a:p>
        </p:txBody>
      </p:sp>
      <p:sp>
        <p:nvSpPr>
          <p:cNvPr id="5" name="מציין מיקום של כותרת תחתונה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rtlCol="1"/>
          <a:lstStyle/>
          <a:p>
            <a:pPr rtl="1"/>
            <a:r>
              <a:rPr lang="he"/>
              <a:t>טקסט כותרת תחתונה לדוגמה</a:t>
            </a:r>
          </a:p>
        </p:txBody>
      </p:sp>
      <p:sp>
        <p:nvSpPr>
          <p:cNvPr id="4" name="מציין מיקום של תאריך 3">
            <a:extLst>
              <a:ext uri="{FF2B5EF4-FFF2-40B4-BE49-F238E27FC236}">
                <a16:creationId xmlns:a16="http://schemas.microsoft.com/office/drawing/2014/main" id="{ADC28223-FDFF-908F-158A-3401127BA5C7}"/>
              </a:ext>
            </a:extLst>
          </p:cNvPr>
          <p:cNvSpPr>
            <a:spLocks noGrp="1"/>
          </p:cNvSpPr>
          <p:nvPr>
            <p:ph type="dt" sz="half" idx="10"/>
          </p:nvPr>
        </p:nvSpPr>
        <p:spPr/>
        <p:txBody>
          <a:bodyPr rtlCol="1"/>
          <a:lstStyle/>
          <a:p>
            <a:pPr rtl="1"/>
            <a:r>
              <a:rPr lang="en-US"/>
              <a:t>11/08/2025</a:t>
            </a:r>
            <a:endParaRPr lang="en-US" dirty="0"/>
          </a:p>
        </p:txBody>
      </p:sp>
      <p:sp>
        <p:nvSpPr>
          <p:cNvPr id="6" name="מציין מיקום של מספר שקופית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rtlCol="1"/>
          <a:lstStyle/>
          <a:p>
            <a:pPr rtl="1"/>
            <a:fld id="{DDF60B60-82CA-4BB9-BA6E-A62FADF2374B}" type="slidenum">
              <a:rPr lang="en-US" smtClean="0"/>
              <a:t>‹#›</a:t>
            </a:fld>
            <a:endParaRPr lang="en-US" dirty="0"/>
          </a:p>
        </p:txBody>
      </p:sp>
      <p:cxnSp>
        <p:nvCxnSpPr>
          <p:cNvPr id="15" name="מחבר ישר 14">
            <a:extLst>
              <a:ext uri="{FF2B5EF4-FFF2-40B4-BE49-F238E27FC236}">
                <a16:creationId xmlns:a16="http://schemas.microsoft.com/office/drawing/2014/main" id="{A1AB0C69-C415-7A7B-376B-69AA51CE6A5E}"/>
              </a:ext>
            </a:extLst>
          </p:cNvPr>
          <p:cNvCxnSpPr>
            <a:cxnSpLocks/>
          </p:cNvCxnSpPr>
          <p:nvPr/>
        </p:nvCxnSpPr>
        <p:spPr>
          <a:xfrm flipH="1">
            <a:off x="0" y="2536524"/>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מחבר ישר 13">
            <a:extLst>
              <a:ext uri="{FF2B5EF4-FFF2-40B4-BE49-F238E27FC236}">
                <a16:creationId xmlns:a16="http://schemas.microsoft.com/office/drawing/2014/main" id="{4CFDABE4-7855-701A-F892-8CE2C6CE02A5}"/>
              </a:ext>
            </a:extLst>
          </p:cNvPr>
          <p:cNvCxnSpPr>
            <a:cxnSpLocks/>
          </p:cNvCxnSpPr>
          <p:nvPr/>
        </p:nvCxnSpPr>
        <p:spPr>
          <a:xfrm>
            <a:off x="3019559"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48796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תוכן 4">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A58AB8C-6B7B-EBD3-4D71-F5150448D3B6}"/>
              </a:ext>
            </a:extLst>
          </p:cNvPr>
          <p:cNvSpPr>
            <a:spLocks noGrp="1"/>
          </p:cNvSpPr>
          <p:nvPr>
            <p:ph type="title"/>
          </p:nvPr>
        </p:nvSpPr>
        <p:spPr>
          <a:xfrm>
            <a:off x="457200" y="721299"/>
            <a:ext cx="3689927" cy="1486906"/>
          </a:xfrm>
        </p:spPr>
        <p:txBody>
          <a:bodyPr rtlCol="1" anchor="t"/>
          <a:lstStyle>
            <a:lvl1pPr algn="r" rtl="1">
              <a:defRPr>
                <a:solidFill>
                  <a:schemeClr val="tx2"/>
                </a:solidFill>
              </a:defRPr>
            </a:lvl1pPr>
          </a:lstStyle>
          <a:p>
            <a:pPr rtl="1"/>
            <a:r>
              <a:rPr lang="he"/>
              <a:t>לחץ כדי לערוך סגנון כותרת של תבנית בסיס</a:t>
            </a:r>
            <a:endParaRPr lang="en-US" dirty="0"/>
          </a:p>
        </p:txBody>
      </p:sp>
      <p:sp>
        <p:nvSpPr>
          <p:cNvPr id="3" name="מציין מיקום תוכן 2">
            <a:extLst>
              <a:ext uri="{FF2B5EF4-FFF2-40B4-BE49-F238E27FC236}">
                <a16:creationId xmlns:a16="http://schemas.microsoft.com/office/drawing/2014/main" id="{00327223-CF88-A3FD-E8DF-370D7C19B1B6}"/>
              </a:ext>
            </a:extLst>
          </p:cNvPr>
          <p:cNvSpPr>
            <a:spLocks noGrp="1"/>
          </p:cNvSpPr>
          <p:nvPr>
            <p:ph idx="1"/>
          </p:nvPr>
        </p:nvSpPr>
        <p:spPr>
          <a:xfrm>
            <a:off x="4904515" y="2780147"/>
            <a:ext cx="6567049" cy="3359871"/>
          </a:xfrm>
        </p:spPr>
        <p:txBody>
          <a:bodyPr rtlCol="1"/>
          <a:lstStyle/>
          <a:p>
            <a:pPr lvl="0" rtl="1"/>
            <a:r>
              <a:rPr lang="he"/>
              <a:t>לחץ כדי לערוך סגנונות טקסט של תבנית בסיס</a:t>
            </a:r>
          </a:p>
          <a:p>
            <a:pPr lvl="1" rtl="1"/>
            <a:r>
              <a:rPr lang="he"/>
              <a:t>רמה שניה</a:t>
            </a:r>
          </a:p>
          <a:p>
            <a:pPr lvl="2" rtl="1"/>
            <a:r>
              <a:rPr lang="he"/>
              <a:t>רמה שלישית</a:t>
            </a:r>
          </a:p>
          <a:p>
            <a:pPr lvl="3" rtl="1"/>
            <a:r>
              <a:rPr lang="he"/>
              <a:t>רמה רביעית</a:t>
            </a:r>
          </a:p>
          <a:p>
            <a:pPr lvl="4" rtl="1"/>
            <a:r>
              <a:rPr lang="he"/>
              <a:t>רמה חמישית</a:t>
            </a:r>
            <a:endParaRPr lang="en-US" dirty="0"/>
          </a:p>
        </p:txBody>
      </p:sp>
      <p:sp>
        <p:nvSpPr>
          <p:cNvPr id="5" name="מציין מיקום של כותרת תחתונה 4">
            <a:extLst>
              <a:ext uri="{FF2B5EF4-FFF2-40B4-BE49-F238E27FC236}">
                <a16:creationId xmlns:a16="http://schemas.microsoft.com/office/drawing/2014/main" id="{A7E38D70-266E-0D00-4BB2-CEF20A35B76C}"/>
              </a:ext>
            </a:extLst>
          </p:cNvPr>
          <p:cNvSpPr>
            <a:spLocks noGrp="1"/>
          </p:cNvSpPr>
          <p:nvPr>
            <p:ph type="ftr" sz="quarter" idx="11"/>
          </p:nvPr>
        </p:nvSpPr>
        <p:spPr/>
        <p:txBody>
          <a:bodyPr rtlCol="1"/>
          <a:lstStyle/>
          <a:p>
            <a:pPr rtl="1"/>
            <a:r>
              <a:rPr lang="he"/>
              <a:t>טקסט כותרת תחתונה לדוגמה</a:t>
            </a:r>
          </a:p>
        </p:txBody>
      </p:sp>
      <p:sp>
        <p:nvSpPr>
          <p:cNvPr id="4" name="מציין מיקום של תאריך 3">
            <a:extLst>
              <a:ext uri="{FF2B5EF4-FFF2-40B4-BE49-F238E27FC236}">
                <a16:creationId xmlns:a16="http://schemas.microsoft.com/office/drawing/2014/main" id="{ADC28223-FDFF-908F-158A-3401127BA5C7}"/>
              </a:ext>
            </a:extLst>
          </p:cNvPr>
          <p:cNvSpPr>
            <a:spLocks noGrp="1"/>
          </p:cNvSpPr>
          <p:nvPr>
            <p:ph type="dt" sz="half" idx="10"/>
          </p:nvPr>
        </p:nvSpPr>
        <p:spPr/>
        <p:txBody>
          <a:bodyPr rtlCol="1"/>
          <a:lstStyle/>
          <a:p>
            <a:pPr rtl="1"/>
            <a:r>
              <a:rPr lang="en-US"/>
              <a:t>11/08/2025</a:t>
            </a:r>
            <a:endParaRPr lang="en-US" dirty="0"/>
          </a:p>
        </p:txBody>
      </p:sp>
      <p:sp>
        <p:nvSpPr>
          <p:cNvPr id="6" name="מציין מיקום של מספר שקופית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rtlCol="1"/>
          <a:lstStyle/>
          <a:p>
            <a:pPr rtl="1"/>
            <a:fld id="{DDF60B60-82CA-4BB9-BA6E-A62FADF2374B}" type="slidenum">
              <a:rPr lang="en-US" smtClean="0"/>
              <a:t>‹#›</a:t>
            </a:fld>
            <a:endParaRPr lang="en-US" dirty="0"/>
          </a:p>
        </p:txBody>
      </p:sp>
      <p:cxnSp>
        <p:nvCxnSpPr>
          <p:cNvPr id="11" name="מחבר ישר 10">
            <a:extLst>
              <a:ext uri="{FF2B5EF4-FFF2-40B4-BE49-F238E27FC236}">
                <a16:creationId xmlns:a16="http://schemas.microsoft.com/office/drawing/2014/main" id="{4BF5C1EC-3A2D-2E51-65A6-6155B3776C4A}"/>
              </a:ext>
            </a:extLst>
          </p:cNvPr>
          <p:cNvCxnSpPr>
            <a:cxnSpLocks/>
          </p:cNvCxnSpPr>
          <p:nvPr/>
        </p:nvCxnSpPr>
        <p:spPr>
          <a:xfrm flipH="1">
            <a:off x="0" y="2397979"/>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מחבר ישר 11">
            <a:extLst>
              <a:ext uri="{FF2B5EF4-FFF2-40B4-BE49-F238E27FC236}">
                <a16:creationId xmlns:a16="http://schemas.microsoft.com/office/drawing/2014/main" id="{F797FEE4-9B7E-CE58-4AA3-EC6E3E1861F3}"/>
              </a:ext>
            </a:extLst>
          </p:cNvPr>
          <p:cNvCxnSpPr>
            <a:cxnSpLocks/>
          </p:cNvCxnSpPr>
          <p:nvPr/>
        </p:nvCxnSpPr>
        <p:spPr>
          <a:xfrm>
            <a:off x="4469245"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950062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3360">
          <p15:clr>
            <a:srgbClr val="FBAE40"/>
          </p15:clr>
        </p15:guide>
        <p15:guide id="4" pos="2928">
          <p15:clr>
            <a:srgbClr val="FBAE40"/>
          </p15:clr>
        </p15:guide>
        <p15:guide id="5" pos="4752">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תוכן 5">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A58AB8C-6B7B-EBD3-4D71-F5150448D3B6}"/>
              </a:ext>
            </a:extLst>
          </p:cNvPr>
          <p:cNvSpPr>
            <a:spLocks noGrp="1"/>
          </p:cNvSpPr>
          <p:nvPr>
            <p:ph type="title"/>
          </p:nvPr>
        </p:nvSpPr>
        <p:spPr>
          <a:xfrm>
            <a:off x="457200" y="1163119"/>
            <a:ext cx="4152377" cy="3434657"/>
          </a:xfrm>
        </p:spPr>
        <p:txBody>
          <a:bodyPr rtlCol="1" anchor="t"/>
          <a:lstStyle>
            <a:lvl1pPr algn="r" rtl="1">
              <a:defRPr>
                <a:solidFill>
                  <a:schemeClr val="tx2"/>
                </a:solidFill>
              </a:defRPr>
            </a:lvl1pPr>
          </a:lstStyle>
          <a:p>
            <a:pPr rtl="1"/>
            <a:r>
              <a:rPr lang="he"/>
              <a:t>לחץ כדי לערוך סגנון כותרת של תבנית בסיס</a:t>
            </a:r>
            <a:endParaRPr lang="en-US" dirty="0"/>
          </a:p>
        </p:txBody>
      </p:sp>
      <p:sp>
        <p:nvSpPr>
          <p:cNvPr id="3" name="מציין מיקום תוכן 2">
            <a:extLst>
              <a:ext uri="{FF2B5EF4-FFF2-40B4-BE49-F238E27FC236}">
                <a16:creationId xmlns:a16="http://schemas.microsoft.com/office/drawing/2014/main" id="{00327223-CF88-A3FD-E8DF-370D7C19B1B6}"/>
              </a:ext>
            </a:extLst>
          </p:cNvPr>
          <p:cNvSpPr>
            <a:spLocks noGrp="1"/>
          </p:cNvSpPr>
          <p:nvPr>
            <p:ph idx="1"/>
          </p:nvPr>
        </p:nvSpPr>
        <p:spPr>
          <a:xfrm>
            <a:off x="5824602" y="1153691"/>
            <a:ext cx="5496988" cy="4568377"/>
          </a:xfrm>
        </p:spPr>
        <p:txBody>
          <a:bodyPr rtlCol="1"/>
          <a:lstStyle/>
          <a:p>
            <a:pPr lvl="0" rtl="1"/>
            <a:r>
              <a:rPr lang="he"/>
              <a:t>לחץ כדי לערוך סגנונות טקסט של תבנית בסיס</a:t>
            </a:r>
          </a:p>
          <a:p>
            <a:pPr lvl="1" rtl="1"/>
            <a:r>
              <a:rPr lang="he"/>
              <a:t>רמה שניה</a:t>
            </a:r>
          </a:p>
          <a:p>
            <a:pPr lvl="2" rtl="1"/>
            <a:r>
              <a:rPr lang="he"/>
              <a:t>רמה שלישית</a:t>
            </a:r>
          </a:p>
          <a:p>
            <a:pPr lvl="3" rtl="1"/>
            <a:r>
              <a:rPr lang="he"/>
              <a:t>רמה רביעית</a:t>
            </a:r>
          </a:p>
          <a:p>
            <a:pPr lvl="4" rtl="1"/>
            <a:r>
              <a:rPr lang="he"/>
              <a:t>רמה חמישית</a:t>
            </a:r>
            <a:endParaRPr lang="en-US" dirty="0"/>
          </a:p>
        </p:txBody>
      </p:sp>
      <p:sp>
        <p:nvSpPr>
          <p:cNvPr id="5" name="מציין מיקום של כותרת תחתונה 4">
            <a:extLst>
              <a:ext uri="{FF2B5EF4-FFF2-40B4-BE49-F238E27FC236}">
                <a16:creationId xmlns:a16="http://schemas.microsoft.com/office/drawing/2014/main" id="{A7E38D70-266E-0D00-4BB2-CEF20A35B76C}"/>
              </a:ext>
            </a:extLst>
          </p:cNvPr>
          <p:cNvSpPr>
            <a:spLocks noGrp="1"/>
          </p:cNvSpPr>
          <p:nvPr>
            <p:ph type="ftr" sz="quarter" idx="11"/>
          </p:nvPr>
        </p:nvSpPr>
        <p:spPr/>
        <p:txBody>
          <a:bodyPr rtlCol="1"/>
          <a:lstStyle/>
          <a:p>
            <a:pPr rtl="1"/>
            <a:r>
              <a:rPr lang="he"/>
              <a:t>טקסט כותרת תחתונה לדוגמה</a:t>
            </a:r>
          </a:p>
        </p:txBody>
      </p:sp>
      <p:sp>
        <p:nvSpPr>
          <p:cNvPr id="4" name="מציין מיקום של תאריך 3">
            <a:extLst>
              <a:ext uri="{FF2B5EF4-FFF2-40B4-BE49-F238E27FC236}">
                <a16:creationId xmlns:a16="http://schemas.microsoft.com/office/drawing/2014/main" id="{ADC28223-FDFF-908F-158A-3401127BA5C7}"/>
              </a:ext>
            </a:extLst>
          </p:cNvPr>
          <p:cNvSpPr>
            <a:spLocks noGrp="1"/>
          </p:cNvSpPr>
          <p:nvPr>
            <p:ph type="dt" sz="half" idx="10"/>
          </p:nvPr>
        </p:nvSpPr>
        <p:spPr/>
        <p:txBody>
          <a:bodyPr rtlCol="1"/>
          <a:lstStyle/>
          <a:p>
            <a:pPr rtl="1"/>
            <a:r>
              <a:rPr lang="en-US"/>
              <a:t>11/08/2025</a:t>
            </a:r>
            <a:endParaRPr lang="en-US" dirty="0"/>
          </a:p>
        </p:txBody>
      </p:sp>
      <p:sp>
        <p:nvSpPr>
          <p:cNvPr id="6" name="מציין מיקום של מספר שקופית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rtlCol="1"/>
          <a:lstStyle/>
          <a:p>
            <a:pPr rtl="1"/>
            <a:fld id="{DDF60B60-82CA-4BB9-BA6E-A62FADF2374B}" type="slidenum">
              <a:rPr lang="en-US" smtClean="0"/>
              <a:t>‹#›</a:t>
            </a:fld>
            <a:endParaRPr lang="en-US" dirty="0"/>
          </a:p>
        </p:txBody>
      </p:sp>
      <p:cxnSp>
        <p:nvCxnSpPr>
          <p:cNvPr id="10" name="מחבר ישר 9">
            <a:extLst>
              <a:ext uri="{FF2B5EF4-FFF2-40B4-BE49-F238E27FC236}">
                <a16:creationId xmlns:a16="http://schemas.microsoft.com/office/drawing/2014/main" id="{E151E503-5C8D-3CDA-5CC2-A56B4F2A6193}"/>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מחבר ישר 10">
            <a:extLst>
              <a:ext uri="{FF2B5EF4-FFF2-40B4-BE49-F238E27FC236}">
                <a16:creationId xmlns:a16="http://schemas.microsoft.com/office/drawing/2014/main" id="{6BEA2129-EA91-4982-7EB1-1F590E56CA3B}"/>
              </a:ext>
            </a:extLst>
          </p:cNvPr>
          <p:cNvCxnSpPr>
            <a:cxnSpLocks/>
          </p:cNvCxnSpPr>
          <p:nvPr/>
        </p:nvCxnSpPr>
        <p:spPr>
          <a:xfrm>
            <a:off x="5323105"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55978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תוכן 6">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A58AB8C-6B7B-EBD3-4D71-F5150448D3B6}"/>
              </a:ext>
            </a:extLst>
          </p:cNvPr>
          <p:cNvSpPr>
            <a:spLocks noGrp="1"/>
          </p:cNvSpPr>
          <p:nvPr>
            <p:ph type="title"/>
          </p:nvPr>
        </p:nvSpPr>
        <p:spPr>
          <a:xfrm>
            <a:off x="457200" y="720473"/>
            <a:ext cx="3664107" cy="3864052"/>
          </a:xfrm>
        </p:spPr>
        <p:txBody>
          <a:bodyPr rtlCol="1" anchor="t"/>
          <a:lstStyle>
            <a:lvl1pPr algn="r" rtl="1">
              <a:defRPr>
                <a:solidFill>
                  <a:schemeClr val="tx2"/>
                </a:solidFill>
              </a:defRPr>
            </a:lvl1pPr>
          </a:lstStyle>
          <a:p>
            <a:pPr rtl="1"/>
            <a:r>
              <a:rPr lang="he"/>
              <a:t>לחץ כדי לערוך סגנון כותרת של תבנית בסיס</a:t>
            </a:r>
            <a:endParaRPr lang="en-US" dirty="0"/>
          </a:p>
        </p:txBody>
      </p:sp>
      <p:sp>
        <p:nvSpPr>
          <p:cNvPr id="3" name="מציין מיקום תוכן 2">
            <a:extLst>
              <a:ext uri="{FF2B5EF4-FFF2-40B4-BE49-F238E27FC236}">
                <a16:creationId xmlns:a16="http://schemas.microsoft.com/office/drawing/2014/main" id="{00327223-CF88-A3FD-E8DF-370D7C19B1B6}"/>
              </a:ext>
            </a:extLst>
          </p:cNvPr>
          <p:cNvSpPr>
            <a:spLocks noGrp="1"/>
          </p:cNvSpPr>
          <p:nvPr>
            <p:ph idx="1"/>
          </p:nvPr>
        </p:nvSpPr>
        <p:spPr>
          <a:xfrm>
            <a:off x="5270349" y="720473"/>
            <a:ext cx="6309360" cy="5303520"/>
          </a:xfrm>
        </p:spPr>
        <p:txBody>
          <a:bodyPr rtlCol="1"/>
          <a:lstStyle/>
          <a:p>
            <a:pPr lvl="0" rtl="1"/>
            <a:r>
              <a:rPr lang="he"/>
              <a:t>לחץ כדי לערוך סגנונות טקסט של תבנית בסיס</a:t>
            </a:r>
          </a:p>
          <a:p>
            <a:pPr lvl="1" rtl="1"/>
            <a:r>
              <a:rPr lang="he"/>
              <a:t>רמה שניה</a:t>
            </a:r>
          </a:p>
          <a:p>
            <a:pPr lvl="2" rtl="1"/>
            <a:r>
              <a:rPr lang="he"/>
              <a:t>רמה שלישית</a:t>
            </a:r>
          </a:p>
          <a:p>
            <a:pPr lvl="3" rtl="1"/>
            <a:r>
              <a:rPr lang="he"/>
              <a:t>רמה רביעית</a:t>
            </a:r>
          </a:p>
          <a:p>
            <a:pPr lvl="4" rtl="1"/>
            <a:r>
              <a:rPr lang="he"/>
              <a:t>רמה חמישית</a:t>
            </a:r>
            <a:endParaRPr lang="en-US" dirty="0"/>
          </a:p>
        </p:txBody>
      </p:sp>
      <p:sp>
        <p:nvSpPr>
          <p:cNvPr id="5" name="מציין מיקום של כותרת תחתונה 4">
            <a:extLst>
              <a:ext uri="{FF2B5EF4-FFF2-40B4-BE49-F238E27FC236}">
                <a16:creationId xmlns:a16="http://schemas.microsoft.com/office/drawing/2014/main" id="{A7E38D70-266E-0D00-4BB2-CEF20A35B76C}"/>
              </a:ext>
            </a:extLst>
          </p:cNvPr>
          <p:cNvSpPr>
            <a:spLocks noGrp="1"/>
          </p:cNvSpPr>
          <p:nvPr>
            <p:ph type="ftr" sz="quarter" idx="11"/>
          </p:nvPr>
        </p:nvSpPr>
        <p:spPr/>
        <p:txBody>
          <a:bodyPr rtlCol="1"/>
          <a:lstStyle/>
          <a:p>
            <a:pPr rtl="1"/>
            <a:r>
              <a:rPr lang="he"/>
              <a:t>טקסט כותרת תחתונה לדוגמה</a:t>
            </a:r>
          </a:p>
        </p:txBody>
      </p:sp>
      <p:sp>
        <p:nvSpPr>
          <p:cNvPr id="4" name="מציין מיקום של תאריך 3">
            <a:extLst>
              <a:ext uri="{FF2B5EF4-FFF2-40B4-BE49-F238E27FC236}">
                <a16:creationId xmlns:a16="http://schemas.microsoft.com/office/drawing/2014/main" id="{ADC28223-FDFF-908F-158A-3401127BA5C7}"/>
              </a:ext>
            </a:extLst>
          </p:cNvPr>
          <p:cNvSpPr>
            <a:spLocks noGrp="1"/>
          </p:cNvSpPr>
          <p:nvPr>
            <p:ph type="dt" sz="half" idx="10"/>
          </p:nvPr>
        </p:nvSpPr>
        <p:spPr/>
        <p:txBody>
          <a:bodyPr rtlCol="1"/>
          <a:lstStyle/>
          <a:p>
            <a:pPr rtl="1"/>
            <a:r>
              <a:rPr lang="en-US"/>
              <a:t>11/08/2025</a:t>
            </a:r>
            <a:endParaRPr lang="en-US" dirty="0"/>
          </a:p>
        </p:txBody>
      </p:sp>
      <p:sp>
        <p:nvSpPr>
          <p:cNvPr id="6" name="מציין מיקום של מספר שקופית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rtlCol="1"/>
          <a:lstStyle/>
          <a:p>
            <a:pPr rtl="1"/>
            <a:fld id="{DDF60B60-82CA-4BB9-BA6E-A62FADF2374B}" type="slidenum">
              <a:rPr lang="en-US" smtClean="0"/>
              <a:t>‹#›</a:t>
            </a:fld>
            <a:endParaRPr lang="en-US" dirty="0"/>
          </a:p>
        </p:txBody>
      </p:sp>
      <p:cxnSp>
        <p:nvCxnSpPr>
          <p:cNvPr id="9" name="מחבר ישר 8">
            <a:extLst>
              <a:ext uri="{FF2B5EF4-FFF2-40B4-BE49-F238E27FC236}">
                <a16:creationId xmlns:a16="http://schemas.microsoft.com/office/drawing/2014/main" id="{A6AC6891-86BE-FF41-E94E-AB97BFFB2322}"/>
              </a:ext>
            </a:extLst>
          </p:cNvPr>
          <p:cNvCxnSpPr>
            <a:cxnSpLocks/>
          </p:cNvCxnSpPr>
          <p:nvPr/>
        </p:nvCxnSpPr>
        <p:spPr>
          <a:xfrm>
            <a:off x="4643464"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מחבר ישר 9">
            <a:extLst>
              <a:ext uri="{FF2B5EF4-FFF2-40B4-BE49-F238E27FC236}">
                <a16:creationId xmlns:a16="http://schemas.microsoft.com/office/drawing/2014/main" id="{E151E503-5C8D-3CDA-5CC2-A56B4F2A6193}"/>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961668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תוכן 7">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A58AB8C-6B7B-EBD3-4D71-F5150448D3B6}"/>
              </a:ext>
            </a:extLst>
          </p:cNvPr>
          <p:cNvSpPr>
            <a:spLocks noGrp="1"/>
          </p:cNvSpPr>
          <p:nvPr>
            <p:ph type="title"/>
          </p:nvPr>
        </p:nvSpPr>
        <p:spPr>
          <a:xfrm>
            <a:off x="457200" y="720473"/>
            <a:ext cx="3280573" cy="3864052"/>
          </a:xfrm>
        </p:spPr>
        <p:txBody>
          <a:bodyPr rtlCol="1" anchor="t"/>
          <a:lstStyle>
            <a:lvl1pPr algn="r" rtl="1">
              <a:defRPr>
                <a:solidFill>
                  <a:schemeClr val="tx2"/>
                </a:solidFill>
              </a:defRPr>
            </a:lvl1pPr>
          </a:lstStyle>
          <a:p>
            <a:pPr rtl="1"/>
            <a:r>
              <a:rPr lang="he"/>
              <a:t>לחץ כדי לערוך סגנון כותרת של תבנית בסיס</a:t>
            </a:r>
            <a:endParaRPr lang="en-US" dirty="0"/>
          </a:p>
        </p:txBody>
      </p:sp>
      <p:sp>
        <p:nvSpPr>
          <p:cNvPr id="3" name="מציין מיקום תוכן 2">
            <a:extLst>
              <a:ext uri="{FF2B5EF4-FFF2-40B4-BE49-F238E27FC236}">
                <a16:creationId xmlns:a16="http://schemas.microsoft.com/office/drawing/2014/main" id="{00327223-CF88-A3FD-E8DF-370D7C19B1B6}"/>
              </a:ext>
            </a:extLst>
          </p:cNvPr>
          <p:cNvSpPr>
            <a:spLocks noGrp="1"/>
          </p:cNvSpPr>
          <p:nvPr>
            <p:ph idx="1"/>
          </p:nvPr>
        </p:nvSpPr>
        <p:spPr>
          <a:xfrm>
            <a:off x="4662388" y="720473"/>
            <a:ext cx="7072408" cy="5486400"/>
          </a:xfrm>
        </p:spPr>
        <p:txBody>
          <a:bodyPr rtlCol="1"/>
          <a:lstStyle/>
          <a:p>
            <a:pPr lvl="0" rtl="1"/>
            <a:r>
              <a:rPr lang="he"/>
              <a:t>לחץ כדי לערוך סגנונות טקסט של תבנית בסיס</a:t>
            </a:r>
          </a:p>
          <a:p>
            <a:pPr lvl="1" rtl="1"/>
            <a:r>
              <a:rPr lang="he"/>
              <a:t>רמה שניה</a:t>
            </a:r>
          </a:p>
          <a:p>
            <a:pPr lvl="2" rtl="1"/>
            <a:r>
              <a:rPr lang="he"/>
              <a:t>רמה שלישית</a:t>
            </a:r>
          </a:p>
          <a:p>
            <a:pPr lvl="3" rtl="1"/>
            <a:r>
              <a:rPr lang="he"/>
              <a:t>רמה רביעית</a:t>
            </a:r>
          </a:p>
          <a:p>
            <a:pPr lvl="4" rtl="1"/>
            <a:r>
              <a:rPr lang="he"/>
              <a:t>רמה חמישית</a:t>
            </a:r>
            <a:endParaRPr lang="en-US" dirty="0"/>
          </a:p>
        </p:txBody>
      </p:sp>
      <p:sp>
        <p:nvSpPr>
          <p:cNvPr id="5" name="מציין מיקום של כותרת תחתונה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280570" cy="365125"/>
          </a:xfrm>
        </p:spPr>
        <p:txBody>
          <a:bodyPr rtlCol="1"/>
          <a:lstStyle/>
          <a:p>
            <a:pPr rtl="1"/>
            <a:r>
              <a:rPr lang="he"/>
              <a:t>טקסט כותרת תחתונה לדוגמה</a:t>
            </a:r>
          </a:p>
        </p:txBody>
      </p:sp>
      <p:sp>
        <p:nvSpPr>
          <p:cNvPr id="4" name="מציין מיקום של תאריך 3">
            <a:extLst>
              <a:ext uri="{FF2B5EF4-FFF2-40B4-BE49-F238E27FC236}">
                <a16:creationId xmlns:a16="http://schemas.microsoft.com/office/drawing/2014/main" id="{ADC28223-FDFF-908F-158A-3401127BA5C7}"/>
              </a:ext>
            </a:extLst>
          </p:cNvPr>
          <p:cNvSpPr>
            <a:spLocks noGrp="1"/>
          </p:cNvSpPr>
          <p:nvPr>
            <p:ph type="dt" sz="half" idx="10"/>
          </p:nvPr>
        </p:nvSpPr>
        <p:spPr/>
        <p:txBody>
          <a:bodyPr rtlCol="1"/>
          <a:lstStyle/>
          <a:p>
            <a:pPr rtl="1"/>
            <a:r>
              <a:rPr lang="en-US"/>
              <a:t>11/08/2025</a:t>
            </a:r>
            <a:endParaRPr lang="en-US" dirty="0"/>
          </a:p>
        </p:txBody>
      </p:sp>
      <p:sp>
        <p:nvSpPr>
          <p:cNvPr id="6" name="מציין מיקום של מספר שקופית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rtlCol="1"/>
          <a:lstStyle/>
          <a:p>
            <a:pPr rtl="1"/>
            <a:fld id="{DDF60B60-82CA-4BB9-BA6E-A62FADF2374B}" type="slidenum">
              <a:rPr lang="en-US" smtClean="0"/>
              <a:t>‹#›</a:t>
            </a:fld>
            <a:endParaRPr lang="en-US" dirty="0"/>
          </a:p>
        </p:txBody>
      </p:sp>
      <p:cxnSp>
        <p:nvCxnSpPr>
          <p:cNvPr id="9" name="מחבר ישר 8">
            <a:extLst>
              <a:ext uri="{FF2B5EF4-FFF2-40B4-BE49-F238E27FC236}">
                <a16:creationId xmlns:a16="http://schemas.microsoft.com/office/drawing/2014/main" id="{A6AC6891-86BE-FF41-E94E-AB97BFFB2322}"/>
              </a:ext>
            </a:extLst>
          </p:cNvPr>
          <p:cNvCxnSpPr>
            <a:cxnSpLocks/>
          </p:cNvCxnSpPr>
          <p:nvPr/>
        </p:nvCxnSpPr>
        <p:spPr>
          <a:xfrm>
            <a:off x="4140231"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מחבר ישר 9">
            <a:extLst>
              <a:ext uri="{FF2B5EF4-FFF2-40B4-BE49-F238E27FC236}">
                <a16:creationId xmlns:a16="http://schemas.microsoft.com/office/drawing/2014/main" id="{E151E503-5C8D-3CDA-5CC2-A56B4F2A6193}"/>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14441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תוכן עם תמונ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A58AB8C-6B7B-EBD3-4D71-F5150448D3B6}"/>
              </a:ext>
            </a:extLst>
          </p:cNvPr>
          <p:cNvSpPr>
            <a:spLocks noGrp="1"/>
          </p:cNvSpPr>
          <p:nvPr>
            <p:ph type="title"/>
          </p:nvPr>
        </p:nvSpPr>
        <p:spPr>
          <a:xfrm>
            <a:off x="4911995" y="559483"/>
            <a:ext cx="6825541" cy="1009652"/>
          </a:xfrm>
        </p:spPr>
        <p:txBody>
          <a:bodyPr rtlCol="1" anchor="b"/>
          <a:lstStyle/>
          <a:p>
            <a:pPr rtl="1"/>
            <a:r>
              <a:rPr lang="he"/>
              <a:t>לחץ כדי לערוך סגנון כותרת של תבנית בסיס</a:t>
            </a:r>
            <a:endParaRPr lang="en-US" dirty="0"/>
          </a:p>
        </p:txBody>
      </p:sp>
      <p:sp>
        <p:nvSpPr>
          <p:cNvPr id="19" name="מציין מיקום של תמונה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0" y="1"/>
            <a:ext cx="4421943" cy="6398066"/>
          </a:xfrm>
          <a:blipFill dpi="0" rotWithShape="1">
            <a:blip r:embed="rId2">
              <a:alphaModFix amt="80000"/>
            </a:blip>
            <a:srcRect/>
            <a:stretch>
              <a:fillRect/>
            </a:stretch>
          </a:blipFill>
        </p:spPr>
        <p:txBody>
          <a:bodyPr rtlCol="1"/>
          <a:lstStyle>
            <a:lvl1pPr marL="0" indent="0" algn="r" rtl="1">
              <a:buNone/>
              <a:defRPr/>
            </a:lvl1pPr>
          </a:lstStyle>
          <a:p>
            <a:pPr rtl="1"/>
            <a:r>
              <a:rPr lang="he"/>
              <a:t> </a:t>
            </a:r>
          </a:p>
        </p:txBody>
      </p:sp>
      <p:sp>
        <p:nvSpPr>
          <p:cNvPr id="3" name="מציין מיקום תוכן 2">
            <a:extLst>
              <a:ext uri="{FF2B5EF4-FFF2-40B4-BE49-F238E27FC236}">
                <a16:creationId xmlns:a16="http://schemas.microsoft.com/office/drawing/2014/main" id="{00327223-CF88-A3FD-E8DF-370D7C19B1B6}"/>
              </a:ext>
            </a:extLst>
          </p:cNvPr>
          <p:cNvSpPr>
            <a:spLocks noGrp="1"/>
          </p:cNvSpPr>
          <p:nvPr>
            <p:ph idx="1"/>
          </p:nvPr>
        </p:nvSpPr>
        <p:spPr>
          <a:xfrm>
            <a:off x="4911994" y="2083837"/>
            <a:ext cx="6825545" cy="4032504"/>
          </a:xfrm>
        </p:spPr>
        <p:txBody>
          <a:bodyPr rtlCol="1"/>
          <a:lstStyle/>
          <a:p>
            <a:pPr lvl="0" rtl="1"/>
            <a:r>
              <a:rPr lang="he"/>
              <a:t>לחץ כדי לערוך סגנונות טקסט של תבנית בסיס</a:t>
            </a:r>
          </a:p>
          <a:p>
            <a:pPr lvl="1" rtl="1"/>
            <a:r>
              <a:rPr lang="he"/>
              <a:t>רמה שניה</a:t>
            </a:r>
          </a:p>
          <a:p>
            <a:pPr lvl="2" rtl="1"/>
            <a:r>
              <a:rPr lang="he"/>
              <a:t>רמה שלישית</a:t>
            </a:r>
          </a:p>
          <a:p>
            <a:pPr lvl="3" rtl="1"/>
            <a:r>
              <a:rPr lang="he"/>
              <a:t>רמה רביעית</a:t>
            </a:r>
          </a:p>
          <a:p>
            <a:pPr lvl="4" rtl="1"/>
            <a:r>
              <a:rPr lang="he"/>
              <a:t>רמה חמישית</a:t>
            </a:r>
            <a:endParaRPr lang="en-US" dirty="0"/>
          </a:p>
        </p:txBody>
      </p:sp>
      <p:sp>
        <p:nvSpPr>
          <p:cNvPr id="5" name="מציין מיקום של כותרת תחתונה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811448" cy="365125"/>
          </a:xfrm>
        </p:spPr>
        <p:txBody>
          <a:bodyPr rtlCol="1"/>
          <a:lstStyle/>
          <a:p>
            <a:pPr rtl="1"/>
            <a:r>
              <a:rPr lang="he"/>
              <a:t>טקסט כותרת תחתונה לדוגמה</a:t>
            </a:r>
          </a:p>
        </p:txBody>
      </p:sp>
      <p:sp>
        <p:nvSpPr>
          <p:cNvPr id="4" name="מציין מיקום של תאריך 3">
            <a:extLst>
              <a:ext uri="{FF2B5EF4-FFF2-40B4-BE49-F238E27FC236}">
                <a16:creationId xmlns:a16="http://schemas.microsoft.com/office/drawing/2014/main" id="{ADC28223-FDFF-908F-158A-3401127BA5C7}"/>
              </a:ext>
            </a:extLst>
          </p:cNvPr>
          <p:cNvSpPr>
            <a:spLocks noGrp="1"/>
          </p:cNvSpPr>
          <p:nvPr>
            <p:ph type="dt" sz="half" idx="10"/>
          </p:nvPr>
        </p:nvSpPr>
        <p:spPr/>
        <p:txBody>
          <a:bodyPr rtlCol="1"/>
          <a:lstStyle/>
          <a:p>
            <a:pPr rtl="1"/>
            <a:r>
              <a:rPr lang="en-US"/>
              <a:t>11/08/2025</a:t>
            </a:r>
            <a:endParaRPr lang="en-US" dirty="0"/>
          </a:p>
        </p:txBody>
      </p:sp>
      <p:sp>
        <p:nvSpPr>
          <p:cNvPr id="6" name="מציין מיקום של מספר שקופית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rtlCol="1"/>
          <a:lstStyle/>
          <a:p>
            <a:pPr rtl="1"/>
            <a:fld id="{DDF60B60-82CA-4BB9-BA6E-A62FADF2374B}" type="slidenum">
              <a:rPr lang="en-US" smtClean="0"/>
              <a:t>‹#›</a:t>
            </a:fld>
            <a:endParaRPr lang="en-US" dirty="0"/>
          </a:p>
        </p:txBody>
      </p:sp>
      <p:cxnSp>
        <p:nvCxnSpPr>
          <p:cNvPr id="14" name="מחבר ישר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מחבר ישר 14">
            <a:extLst>
              <a:ext uri="{FF2B5EF4-FFF2-40B4-BE49-F238E27FC236}">
                <a16:creationId xmlns:a16="http://schemas.microsoft.com/office/drawing/2014/main" id="{A254AC9C-312D-B8D1-5D04-C0CE07B464DB}"/>
              </a:ext>
            </a:extLst>
          </p:cNvPr>
          <p:cNvCxnSpPr>
            <a:cxnSpLocks/>
          </p:cNvCxnSpPr>
          <p:nvPr/>
        </p:nvCxnSpPr>
        <p:spPr>
          <a:xfrm>
            <a:off x="4423739"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מחבר ישר 8">
            <a:extLst>
              <a:ext uri="{FF2B5EF4-FFF2-40B4-BE49-F238E27FC236}">
                <a16:creationId xmlns:a16="http://schemas.microsoft.com/office/drawing/2014/main" id="{0F4F50A3-1136-13EC-E499-F6DDCBFE375F}"/>
              </a:ext>
            </a:extLst>
          </p:cNvPr>
          <p:cNvCxnSpPr>
            <a:cxnSpLocks/>
          </p:cNvCxnSpPr>
          <p:nvPr/>
        </p:nvCxnSpPr>
        <p:spPr>
          <a:xfrm flipH="1">
            <a:off x="4425535" y="1810995"/>
            <a:ext cx="7750205"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057446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תוכן עם תמונה 2">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A58AB8C-6B7B-EBD3-4D71-F5150448D3B6}"/>
              </a:ext>
            </a:extLst>
          </p:cNvPr>
          <p:cNvSpPr>
            <a:spLocks noGrp="1"/>
          </p:cNvSpPr>
          <p:nvPr>
            <p:ph type="title"/>
          </p:nvPr>
        </p:nvSpPr>
        <p:spPr>
          <a:xfrm>
            <a:off x="457201" y="557784"/>
            <a:ext cx="6781799" cy="1009652"/>
          </a:xfrm>
        </p:spPr>
        <p:txBody>
          <a:bodyPr rtlCol="1" anchor="b"/>
          <a:lstStyle/>
          <a:p>
            <a:pPr rtl="1"/>
            <a:r>
              <a:rPr lang="he"/>
              <a:t>לחץ כדי לערוך סגנון כותרת של תבנית בסיס</a:t>
            </a:r>
            <a:endParaRPr lang="en-US" dirty="0"/>
          </a:p>
        </p:txBody>
      </p:sp>
      <p:sp>
        <p:nvSpPr>
          <p:cNvPr id="3" name="מציין מיקום תוכן 2">
            <a:extLst>
              <a:ext uri="{FF2B5EF4-FFF2-40B4-BE49-F238E27FC236}">
                <a16:creationId xmlns:a16="http://schemas.microsoft.com/office/drawing/2014/main" id="{00327223-CF88-A3FD-E8DF-370D7C19B1B6}"/>
              </a:ext>
            </a:extLst>
          </p:cNvPr>
          <p:cNvSpPr>
            <a:spLocks noGrp="1"/>
          </p:cNvSpPr>
          <p:nvPr>
            <p:ph idx="1"/>
          </p:nvPr>
        </p:nvSpPr>
        <p:spPr>
          <a:xfrm>
            <a:off x="457200" y="2084832"/>
            <a:ext cx="6781800" cy="4032504"/>
          </a:xfrm>
        </p:spPr>
        <p:txBody>
          <a:bodyPr rtlCol="1"/>
          <a:lstStyle/>
          <a:p>
            <a:pPr lvl="0" rtl="1"/>
            <a:r>
              <a:rPr lang="he"/>
              <a:t>לחץ כדי לערוך סגנונות טקסט של תבנית בסיס</a:t>
            </a:r>
          </a:p>
          <a:p>
            <a:pPr lvl="1" rtl="1"/>
            <a:r>
              <a:rPr lang="he"/>
              <a:t>רמה שניה</a:t>
            </a:r>
          </a:p>
          <a:p>
            <a:pPr lvl="2" rtl="1"/>
            <a:r>
              <a:rPr lang="he"/>
              <a:t>רמה שלישית</a:t>
            </a:r>
          </a:p>
          <a:p>
            <a:pPr lvl="3" rtl="1"/>
            <a:r>
              <a:rPr lang="he"/>
              <a:t>רמה רביעית</a:t>
            </a:r>
          </a:p>
          <a:p>
            <a:pPr lvl="4" rtl="1"/>
            <a:r>
              <a:rPr lang="he"/>
              <a:t>רמה חמישית</a:t>
            </a:r>
            <a:endParaRPr lang="en-US" dirty="0"/>
          </a:p>
        </p:txBody>
      </p:sp>
      <p:sp>
        <p:nvSpPr>
          <p:cNvPr id="19" name="מציין מיקום של תמונה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7758244" y="1"/>
            <a:ext cx="4441796" cy="6398066"/>
          </a:xfrm>
          <a:blipFill dpi="0" rotWithShape="1">
            <a:blip r:embed="rId2">
              <a:alphaModFix amt="80000"/>
            </a:blip>
            <a:srcRect/>
            <a:stretch>
              <a:fillRect/>
            </a:stretch>
          </a:blipFill>
        </p:spPr>
        <p:txBody>
          <a:bodyPr rtlCol="1"/>
          <a:lstStyle>
            <a:lvl1pPr marL="0" indent="0" algn="r" rtl="1">
              <a:buNone/>
              <a:defRPr/>
            </a:lvl1pPr>
          </a:lstStyle>
          <a:p>
            <a:pPr rtl="1"/>
            <a:r>
              <a:rPr lang="he"/>
              <a:t> </a:t>
            </a:r>
          </a:p>
        </p:txBody>
      </p:sp>
      <p:sp>
        <p:nvSpPr>
          <p:cNvPr id="5" name="מציין מיקום של כותרת תחתונה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rtlCol="1"/>
          <a:lstStyle/>
          <a:p>
            <a:pPr rtl="1"/>
            <a:r>
              <a:rPr lang="he"/>
              <a:t>טקסט כותרת תחתונה לדוגמה</a:t>
            </a:r>
          </a:p>
        </p:txBody>
      </p:sp>
      <p:sp>
        <p:nvSpPr>
          <p:cNvPr id="4" name="מציין מיקום של תאריך 3">
            <a:extLst>
              <a:ext uri="{FF2B5EF4-FFF2-40B4-BE49-F238E27FC236}">
                <a16:creationId xmlns:a16="http://schemas.microsoft.com/office/drawing/2014/main" id="{ADC28223-FDFF-908F-158A-3401127BA5C7}"/>
              </a:ext>
            </a:extLst>
          </p:cNvPr>
          <p:cNvSpPr>
            <a:spLocks noGrp="1"/>
          </p:cNvSpPr>
          <p:nvPr>
            <p:ph type="dt" sz="half" idx="10"/>
          </p:nvPr>
        </p:nvSpPr>
        <p:spPr/>
        <p:txBody>
          <a:bodyPr rtlCol="1"/>
          <a:lstStyle/>
          <a:p>
            <a:pPr rtl="1"/>
            <a:r>
              <a:rPr lang="en-US"/>
              <a:t>11/08/2025</a:t>
            </a:r>
            <a:endParaRPr lang="en-US" dirty="0"/>
          </a:p>
        </p:txBody>
      </p:sp>
      <p:sp>
        <p:nvSpPr>
          <p:cNvPr id="6" name="מציין מיקום של מספר שקופית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rtlCol="1"/>
          <a:lstStyle/>
          <a:p>
            <a:pPr rtl="1"/>
            <a:fld id="{DDF60B60-82CA-4BB9-BA6E-A62FADF2374B}" type="slidenum">
              <a:rPr lang="en-US" smtClean="0"/>
              <a:t>‹#›</a:t>
            </a:fld>
            <a:endParaRPr lang="en-US" dirty="0"/>
          </a:p>
        </p:txBody>
      </p:sp>
      <p:cxnSp>
        <p:nvCxnSpPr>
          <p:cNvPr id="14" name="מחבר ישר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מחבר ישר 14">
            <a:extLst>
              <a:ext uri="{FF2B5EF4-FFF2-40B4-BE49-F238E27FC236}">
                <a16:creationId xmlns:a16="http://schemas.microsoft.com/office/drawing/2014/main" id="{A254AC9C-312D-B8D1-5D04-C0CE07B464DB}"/>
              </a:ext>
            </a:extLst>
          </p:cNvPr>
          <p:cNvCxnSpPr>
            <a:cxnSpLocks/>
          </p:cNvCxnSpPr>
          <p:nvPr/>
        </p:nvCxnSpPr>
        <p:spPr>
          <a:xfrm>
            <a:off x="7750205"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מחבר ישר 8">
            <a:extLst>
              <a:ext uri="{FF2B5EF4-FFF2-40B4-BE49-F238E27FC236}">
                <a16:creationId xmlns:a16="http://schemas.microsoft.com/office/drawing/2014/main" id="{0F4F50A3-1136-13EC-E499-F6DDCBFE375F}"/>
              </a:ext>
            </a:extLst>
          </p:cNvPr>
          <p:cNvCxnSpPr>
            <a:cxnSpLocks/>
          </p:cNvCxnSpPr>
          <p:nvPr/>
        </p:nvCxnSpPr>
        <p:spPr>
          <a:xfrm flipH="1">
            <a:off x="0" y="1810512"/>
            <a:ext cx="7750205"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45034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תוכן עם תמונה 3">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A58AB8C-6B7B-EBD3-4D71-F5150448D3B6}"/>
              </a:ext>
            </a:extLst>
          </p:cNvPr>
          <p:cNvSpPr>
            <a:spLocks noGrp="1"/>
          </p:cNvSpPr>
          <p:nvPr>
            <p:ph type="title"/>
          </p:nvPr>
        </p:nvSpPr>
        <p:spPr>
          <a:xfrm>
            <a:off x="4472644" y="669386"/>
            <a:ext cx="7231413" cy="1005840"/>
          </a:xfrm>
        </p:spPr>
        <p:txBody>
          <a:bodyPr rtlCol="1"/>
          <a:lstStyle/>
          <a:p>
            <a:pPr rtl="1"/>
            <a:r>
              <a:rPr lang="he"/>
              <a:t>לחץ כדי לערוך סגנון כותרת של תבנית בסיס</a:t>
            </a:r>
            <a:endParaRPr lang="en-US" dirty="0"/>
          </a:p>
        </p:txBody>
      </p:sp>
      <p:sp>
        <p:nvSpPr>
          <p:cNvPr id="19" name="מציין מיקום של תמונה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8994" y="-5468"/>
            <a:ext cx="4011836" cy="6398066"/>
          </a:xfrm>
          <a:blipFill dpi="0" rotWithShape="1">
            <a:blip r:embed="rId2">
              <a:alphaModFix amt="80000"/>
            </a:blip>
            <a:srcRect/>
            <a:stretch>
              <a:fillRect/>
            </a:stretch>
          </a:blipFill>
        </p:spPr>
        <p:txBody>
          <a:bodyPr rtlCol="1"/>
          <a:lstStyle>
            <a:lvl1pPr marL="0" indent="0" algn="r" rtl="1">
              <a:buNone/>
              <a:defRPr/>
            </a:lvl1pPr>
          </a:lstStyle>
          <a:p>
            <a:pPr rtl="1"/>
            <a:r>
              <a:rPr lang="he"/>
              <a:t> </a:t>
            </a:r>
          </a:p>
        </p:txBody>
      </p:sp>
      <p:sp>
        <p:nvSpPr>
          <p:cNvPr id="3" name="מציין מיקום תוכן 2">
            <a:extLst>
              <a:ext uri="{FF2B5EF4-FFF2-40B4-BE49-F238E27FC236}">
                <a16:creationId xmlns:a16="http://schemas.microsoft.com/office/drawing/2014/main" id="{00327223-CF88-A3FD-E8DF-370D7C19B1B6}"/>
              </a:ext>
            </a:extLst>
          </p:cNvPr>
          <p:cNvSpPr>
            <a:spLocks noGrp="1"/>
          </p:cNvSpPr>
          <p:nvPr>
            <p:ph idx="1"/>
          </p:nvPr>
        </p:nvSpPr>
        <p:spPr>
          <a:xfrm>
            <a:off x="4472644" y="1812385"/>
            <a:ext cx="7231407" cy="4423855"/>
          </a:xfrm>
        </p:spPr>
        <p:txBody>
          <a:bodyPr rtlCol="1"/>
          <a:lstStyle/>
          <a:p>
            <a:pPr lvl="0" rtl="1"/>
            <a:r>
              <a:rPr lang="he"/>
              <a:t>לחץ כדי לערוך סגנונות טקסט של תבנית בסיס</a:t>
            </a:r>
          </a:p>
          <a:p>
            <a:pPr lvl="1" rtl="1"/>
            <a:r>
              <a:rPr lang="he"/>
              <a:t>רמה שניה</a:t>
            </a:r>
          </a:p>
          <a:p>
            <a:pPr lvl="2" rtl="1"/>
            <a:r>
              <a:rPr lang="he"/>
              <a:t>רמה שלישית</a:t>
            </a:r>
          </a:p>
          <a:p>
            <a:pPr lvl="3" rtl="1"/>
            <a:r>
              <a:rPr lang="he"/>
              <a:t>רמה רביעית</a:t>
            </a:r>
          </a:p>
          <a:p>
            <a:pPr lvl="4" rtl="1"/>
            <a:r>
              <a:rPr lang="he"/>
              <a:t>רמה חמישית</a:t>
            </a:r>
            <a:endParaRPr lang="en-US" dirty="0"/>
          </a:p>
        </p:txBody>
      </p:sp>
      <p:sp>
        <p:nvSpPr>
          <p:cNvPr id="5" name="מציין מיקום של כותרת תחתונה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408011" cy="365125"/>
          </a:xfrm>
        </p:spPr>
        <p:txBody>
          <a:bodyPr rtlCol="1"/>
          <a:lstStyle/>
          <a:p>
            <a:pPr rtl="1"/>
            <a:r>
              <a:rPr lang="he"/>
              <a:t>טקסט כותרת תחתונה לדוגמה</a:t>
            </a:r>
          </a:p>
        </p:txBody>
      </p:sp>
      <p:sp>
        <p:nvSpPr>
          <p:cNvPr id="4" name="מציין מיקום של תאריך 3">
            <a:extLst>
              <a:ext uri="{FF2B5EF4-FFF2-40B4-BE49-F238E27FC236}">
                <a16:creationId xmlns:a16="http://schemas.microsoft.com/office/drawing/2014/main" id="{ADC28223-FDFF-908F-158A-3401127BA5C7}"/>
              </a:ext>
            </a:extLst>
          </p:cNvPr>
          <p:cNvSpPr>
            <a:spLocks noGrp="1"/>
          </p:cNvSpPr>
          <p:nvPr>
            <p:ph type="dt" sz="half" idx="10"/>
          </p:nvPr>
        </p:nvSpPr>
        <p:spPr/>
        <p:txBody>
          <a:bodyPr rtlCol="1"/>
          <a:lstStyle/>
          <a:p>
            <a:pPr rtl="1"/>
            <a:r>
              <a:rPr lang="en-US"/>
              <a:t>11/08/2025</a:t>
            </a:r>
            <a:endParaRPr lang="en-US" dirty="0"/>
          </a:p>
        </p:txBody>
      </p:sp>
      <p:sp>
        <p:nvSpPr>
          <p:cNvPr id="6" name="מציין מיקום של מספר שקופית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rtlCol="1"/>
          <a:lstStyle/>
          <a:p>
            <a:pPr rtl="1"/>
            <a:fld id="{DDF60B60-82CA-4BB9-BA6E-A62FADF2374B}" type="slidenum">
              <a:rPr lang="en-US" smtClean="0"/>
              <a:t>‹#›</a:t>
            </a:fld>
            <a:endParaRPr lang="en-US" dirty="0"/>
          </a:p>
        </p:txBody>
      </p:sp>
      <p:cxnSp>
        <p:nvCxnSpPr>
          <p:cNvPr id="14" name="מחבר ישר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מחבר ישר 14">
            <a:extLst>
              <a:ext uri="{FF2B5EF4-FFF2-40B4-BE49-F238E27FC236}">
                <a16:creationId xmlns:a16="http://schemas.microsoft.com/office/drawing/2014/main" id="{A254AC9C-312D-B8D1-5D04-C0CE07B464DB}"/>
              </a:ext>
            </a:extLst>
          </p:cNvPr>
          <p:cNvCxnSpPr>
            <a:cxnSpLocks/>
          </p:cNvCxnSpPr>
          <p:nvPr/>
        </p:nvCxnSpPr>
        <p:spPr>
          <a:xfrm>
            <a:off x="4009212"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2851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תוכן עם תמונה 4">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A58AB8C-6B7B-EBD3-4D71-F5150448D3B6}"/>
              </a:ext>
            </a:extLst>
          </p:cNvPr>
          <p:cNvSpPr>
            <a:spLocks noGrp="1"/>
          </p:cNvSpPr>
          <p:nvPr>
            <p:ph type="title"/>
          </p:nvPr>
        </p:nvSpPr>
        <p:spPr>
          <a:xfrm>
            <a:off x="457200" y="680728"/>
            <a:ext cx="7281067" cy="1005840"/>
          </a:xfrm>
        </p:spPr>
        <p:txBody>
          <a:bodyPr rtlCol="1"/>
          <a:lstStyle/>
          <a:p>
            <a:pPr rtl="1"/>
            <a:r>
              <a:rPr lang="he"/>
              <a:t>לחץ כדי לערוך סגנון כותרת של תבנית בסיס</a:t>
            </a:r>
            <a:endParaRPr lang="en-US" dirty="0"/>
          </a:p>
        </p:txBody>
      </p:sp>
      <p:sp>
        <p:nvSpPr>
          <p:cNvPr id="3" name="מציין מיקום תוכן 2">
            <a:extLst>
              <a:ext uri="{FF2B5EF4-FFF2-40B4-BE49-F238E27FC236}">
                <a16:creationId xmlns:a16="http://schemas.microsoft.com/office/drawing/2014/main" id="{00327223-CF88-A3FD-E8DF-370D7C19B1B6}"/>
              </a:ext>
            </a:extLst>
          </p:cNvPr>
          <p:cNvSpPr>
            <a:spLocks noGrp="1"/>
          </p:cNvSpPr>
          <p:nvPr>
            <p:ph idx="1"/>
          </p:nvPr>
        </p:nvSpPr>
        <p:spPr>
          <a:xfrm>
            <a:off x="457200" y="1823728"/>
            <a:ext cx="7281061" cy="4423855"/>
          </a:xfrm>
        </p:spPr>
        <p:txBody>
          <a:bodyPr rtlCol="1"/>
          <a:lstStyle/>
          <a:p>
            <a:pPr lvl="0" rtl="1"/>
            <a:r>
              <a:rPr lang="he"/>
              <a:t>לחץ כדי לערוך סגנונות טקסט של תבנית בסיס</a:t>
            </a:r>
          </a:p>
          <a:p>
            <a:pPr lvl="1" rtl="1"/>
            <a:r>
              <a:rPr lang="he"/>
              <a:t>רמה שניה</a:t>
            </a:r>
          </a:p>
          <a:p>
            <a:pPr lvl="2" rtl="1"/>
            <a:r>
              <a:rPr lang="he"/>
              <a:t>רמה שלישית</a:t>
            </a:r>
          </a:p>
          <a:p>
            <a:pPr lvl="3" rtl="1"/>
            <a:r>
              <a:rPr lang="he"/>
              <a:t>רמה רביעית</a:t>
            </a:r>
          </a:p>
          <a:p>
            <a:pPr lvl="4" rtl="1"/>
            <a:r>
              <a:rPr lang="he"/>
              <a:t>רמה חמישית</a:t>
            </a:r>
            <a:endParaRPr lang="en-US" dirty="0"/>
          </a:p>
        </p:txBody>
      </p:sp>
      <p:sp>
        <p:nvSpPr>
          <p:cNvPr id="19" name="מציין מיקום של תמונה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8195489" y="-6369"/>
            <a:ext cx="3996512" cy="6398066"/>
          </a:xfrm>
          <a:blipFill dpi="0" rotWithShape="1">
            <a:blip r:embed="rId2">
              <a:alphaModFix amt="80000"/>
            </a:blip>
            <a:srcRect/>
            <a:stretch>
              <a:fillRect/>
            </a:stretch>
          </a:blipFill>
        </p:spPr>
        <p:txBody>
          <a:bodyPr rtlCol="1"/>
          <a:lstStyle>
            <a:lvl1pPr marL="0" indent="0" algn="r" rtl="1">
              <a:buNone/>
              <a:defRPr/>
            </a:lvl1pPr>
          </a:lstStyle>
          <a:p>
            <a:pPr rtl="1"/>
            <a:r>
              <a:rPr lang="he"/>
              <a:t> </a:t>
            </a:r>
          </a:p>
        </p:txBody>
      </p:sp>
      <p:sp>
        <p:nvSpPr>
          <p:cNvPr id="5" name="מציין מיקום של כותרת תחתונה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rtlCol="1"/>
          <a:lstStyle/>
          <a:p>
            <a:pPr rtl="1"/>
            <a:r>
              <a:rPr lang="he"/>
              <a:t>טקסט כותרת תחתונה לדוגמה</a:t>
            </a:r>
          </a:p>
        </p:txBody>
      </p:sp>
      <p:sp>
        <p:nvSpPr>
          <p:cNvPr id="4" name="מציין מיקום של תאריך 3">
            <a:extLst>
              <a:ext uri="{FF2B5EF4-FFF2-40B4-BE49-F238E27FC236}">
                <a16:creationId xmlns:a16="http://schemas.microsoft.com/office/drawing/2014/main" id="{ADC28223-FDFF-908F-158A-3401127BA5C7}"/>
              </a:ext>
            </a:extLst>
          </p:cNvPr>
          <p:cNvSpPr>
            <a:spLocks noGrp="1"/>
          </p:cNvSpPr>
          <p:nvPr>
            <p:ph type="dt" sz="half" idx="10"/>
          </p:nvPr>
        </p:nvSpPr>
        <p:spPr/>
        <p:txBody>
          <a:bodyPr rtlCol="1"/>
          <a:lstStyle/>
          <a:p>
            <a:pPr rtl="1"/>
            <a:r>
              <a:rPr lang="en-US"/>
              <a:t>11/08/2025</a:t>
            </a:r>
            <a:endParaRPr lang="en-US" dirty="0"/>
          </a:p>
        </p:txBody>
      </p:sp>
      <p:sp>
        <p:nvSpPr>
          <p:cNvPr id="6" name="מציין מיקום של מספר שקופית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rtlCol="1"/>
          <a:lstStyle/>
          <a:p>
            <a:pPr rtl="1"/>
            <a:fld id="{DDF60B60-82CA-4BB9-BA6E-A62FADF2374B}" type="slidenum">
              <a:rPr lang="en-US" smtClean="0"/>
              <a:t>‹#›</a:t>
            </a:fld>
            <a:endParaRPr lang="en-US" dirty="0"/>
          </a:p>
        </p:txBody>
      </p:sp>
      <p:cxnSp>
        <p:nvCxnSpPr>
          <p:cNvPr id="14" name="מחבר ישר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מחבר ישר 14">
            <a:extLst>
              <a:ext uri="{FF2B5EF4-FFF2-40B4-BE49-F238E27FC236}">
                <a16:creationId xmlns:a16="http://schemas.microsoft.com/office/drawing/2014/main" id="{A254AC9C-312D-B8D1-5D04-C0CE07B464DB}"/>
              </a:ext>
            </a:extLst>
          </p:cNvPr>
          <p:cNvCxnSpPr>
            <a:cxnSpLocks/>
          </p:cNvCxnSpPr>
          <p:nvPr/>
        </p:nvCxnSpPr>
        <p:spPr>
          <a:xfrm>
            <a:off x="8188287"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262375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תוכן עם תמונה 5">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A58AB8C-6B7B-EBD3-4D71-F5150448D3B6}"/>
              </a:ext>
            </a:extLst>
          </p:cNvPr>
          <p:cNvSpPr>
            <a:spLocks noGrp="1"/>
          </p:cNvSpPr>
          <p:nvPr>
            <p:ph type="title"/>
          </p:nvPr>
        </p:nvSpPr>
        <p:spPr>
          <a:xfrm>
            <a:off x="5365423" y="678485"/>
            <a:ext cx="6369370" cy="1005840"/>
          </a:xfrm>
        </p:spPr>
        <p:txBody>
          <a:bodyPr rtlCol="1"/>
          <a:lstStyle/>
          <a:p>
            <a:pPr rtl="1"/>
            <a:r>
              <a:rPr lang="he"/>
              <a:t>לחץ כדי לערוך סגנון כותרת של תבנית בסיס</a:t>
            </a:r>
            <a:endParaRPr lang="en-US" dirty="0"/>
          </a:p>
        </p:txBody>
      </p:sp>
      <p:sp>
        <p:nvSpPr>
          <p:cNvPr id="19" name="מציין מיקום של תמונה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0" y="-8466"/>
            <a:ext cx="4886539" cy="6398066"/>
          </a:xfrm>
          <a:blipFill dpi="0" rotWithShape="1">
            <a:blip r:embed="rId2">
              <a:alphaModFix amt="80000"/>
            </a:blip>
            <a:srcRect/>
            <a:stretch>
              <a:fillRect/>
            </a:stretch>
          </a:blipFill>
        </p:spPr>
        <p:txBody>
          <a:bodyPr rtlCol="1"/>
          <a:lstStyle>
            <a:lvl1pPr marL="0" indent="0" algn="r" rtl="1">
              <a:buNone/>
              <a:defRPr/>
            </a:lvl1pPr>
          </a:lstStyle>
          <a:p>
            <a:pPr rtl="1"/>
            <a:r>
              <a:rPr lang="he"/>
              <a:t> </a:t>
            </a:r>
          </a:p>
        </p:txBody>
      </p:sp>
      <p:sp>
        <p:nvSpPr>
          <p:cNvPr id="3" name="מציין מיקום תוכן 2">
            <a:extLst>
              <a:ext uri="{FF2B5EF4-FFF2-40B4-BE49-F238E27FC236}">
                <a16:creationId xmlns:a16="http://schemas.microsoft.com/office/drawing/2014/main" id="{00327223-CF88-A3FD-E8DF-370D7C19B1B6}"/>
              </a:ext>
            </a:extLst>
          </p:cNvPr>
          <p:cNvSpPr>
            <a:spLocks noGrp="1"/>
          </p:cNvSpPr>
          <p:nvPr>
            <p:ph idx="1"/>
          </p:nvPr>
        </p:nvSpPr>
        <p:spPr>
          <a:xfrm>
            <a:off x="5373890" y="1821484"/>
            <a:ext cx="6360897" cy="4292181"/>
          </a:xfrm>
        </p:spPr>
        <p:txBody>
          <a:bodyPr rtlCol="1"/>
          <a:lstStyle/>
          <a:p>
            <a:pPr lvl="0" rtl="1"/>
            <a:r>
              <a:rPr lang="he"/>
              <a:t>לחץ כדי לערוך סגנונות טקסט של תבנית בסיס</a:t>
            </a:r>
          </a:p>
          <a:p>
            <a:pPr lvl="1" rtl="1"/>
            <a:r>
              <a:rPr lang="he"/>
              <a:t>רמה שניה</a:t>
            </a:r>
          </a:p>
          <a:p>
            <a:pPr lvl="2" rtl="1"/>
            <a:r>
              <a:rPr lang="he"/>
              <a:t>רמה שלישית</a:t>
            </a:r>
          </a:p>
          <a:p>
            <a:pPr lvl="3" rtl="1"/>
            <a:r>
              <a:rPr lang="he"/>
              <a:t>רמה רביעית</a:t>
            </a:r>
          </a:p>
          <a:p>
            <a:pPr lvl="4" rtl="1"/>
            <a:r>
              <a:rPr lang="he"/>
              <a:t>רמה חמישית</a:t>
            </a:r>
            <a:endParaRPr lang="en-US" dirty="0"/>
          </a:p>
        </p:txBody>
      </p:sp>
      <p:sp>
        <p:nvSpPr>
          <p:cNvPr id="5" name="מציין מיקום של כותרת תחתונה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rtlCol="1"/>
          <a:lstStyle/>
          <a:p>
            <a:pPr rtl="1"/>
            <a:r>
              <a:rPr lang="he"/>
              <a:t>טקסט כותרת תחתונה לדוגמה</a:t>
            </a:r>
          </a:p>
        </p:txBody>
      </p:sp>
      <p:sp>
        <p:nvSpPr>
          <p:cNvPr id="4" name="מציין מיקום של תאריך 3">
            <a:extLst>
              <a:ext uri="{FF2B5EF4-FFF2-40B4-BE49-F238E27FC236}">
                <a16:creationId xmlns:a16="http://schemas.microsoft.com/office/drawing/2014/main" id="{ADC28223-FDFF-908F-158A-3401127BA5C7}"/>
              </a:ext>
            </a:extLst>
          </p:cNvPr>
          <p:cNvSpPr>
            <a:spLocks noGrp="1"/>
          </p:cNvSpPr>
          <p:nvPr>
            <p:ph type="dt" sz="half" idx="10"/>
          </p:nvPr>
        </p:nvSpPr>
        <p:spPr/>
        <p:txBody>
          <a:bodyPr rtlCol="1"/>
          <a:lstStyle/>
          <a:p>
            <a:pPr rtl="1"/>
            <a:r>
              <a:rPr lang="en-US"/>
              <a:t>11/08/2025</a:t>
            </a:r>
            <a:endParaRPr lang="en-US" dirty="0"/>
          </a:p>
        </p:txBody>
      </p:sp>
      <p:sp>
        <p:nvSpPr>
          <p:cNvPr id="6" name="מציין מיקום של מספר שקופית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rtlCol="1"/>
          <a:lstStyle/>
          <a:p>
            <a:pPr rtl="1"/>
            <a:fld id="{DDF60B60-82CA-4BB9-BA6E-A62FADF2374B}" type="slidenum">
              <a:rPr lang="en-US" smtClean="0"/>
              <a:t>‹#›</a:t>
            </a:fld>
            <a:endParaRPr lang="en-US" dirty="0"/>
          </a:p>
        </p:txBody>
      </p:sp>
      <p:cxnSp>
        <p:nvCxnSpPr>
          <p:cNvPr id="14" name="מחבר ישר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מחבר ישר 14">
            <a:extLst>
              <a:ext uri="{FF2B5EF4-FFF2-40B4-BE49-F238E27FC236}">
                <a16:creationId xmlns:a16="http://schemas.microsoft.com/office/drawing/2014/main" id="{A254AC9C-312D-B8D1-5D04-C0CE07B464DB}"/>
              </a:ext>
            </a:extLst>
          </p:cNvPr>
          <p:cNvCxnSpPr>
            <a:cxnSpLocks/>
          </p:cNvCxnSpPr>
          <p:nvPr/>
        </p:nvCxnSpPr>
        <p:spPr>
          <a:xfrm>
            <a:off x="4890812"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66616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תוכן עם תמונה 6">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A58AB8C-6B7B-EBD3-4D71-F5150448D3B6}"/>
              </a:ext>
            </a:extLst>
          </p:cNvPr>
          <p:cNvSpPr>
            <a:spLocks noGrp="1"/>
          </p:cNvSpPr>
          <p:nvPr>
            <p:ph type="title"/>
          </p:nvPr>
        </p:nvSpPr>
        <p:spPr>
          <a:xfrm>
            <a:off x="457200" y="678485"/>
            <a:ext cx="6369370" cy="1005840"/>
          </a:xfrm>
        </p:spPr>
        <p:txBody>
          <a:bodyPr rtlCol="1"/>
          <a:lstStyle/>
          <a:p>
            <a:pPr rtl="1"/>
            <a:r>
              <a:rPr lang="he"/>
              <a:t>לחץ כדי לערוך סגנון כותרת של תבנית בסיס</a:t>
            </a:r>
            <a:endParaRPr lang="en-US" dirty="0"/>
          </a:p>
        </p:txBody>
      </p:sp>
      <p:sp>
        <p:nvSpPr>
          <p:cNvPr id="3" name="מציין מיקום תוכן 2">
            <a:extLst>
              <a:ext uri="{FF2B5EF4-FFF2-40B4-BE49-F238E27FC236}">
                <a16:creationId xmlns:a16="http://schemas.microsoft.com/office/drawing/2014/main" id="{00327223-CF88-A3FD-E8DF-370D7C19B1B6}"/>
              </a:ext>
            </a:extLst>
          </p:cNvPr>
          <p:cNvSpPr>
            <a:spLocks noGrp="1"/>
          </p:cNvSpPr>
          <p:nvPr>
            <p:ph idx="1"/>
          </p:nvPr>
        </p:nvSpPr>
        <p:spPr>
          <a:xfrm>
            <a:off x="457200" y="1821484"/>
            <a:ext cx="6360897" cy="4292181"/>
          </a:xfrm>
        </p:spPr>
        <p:txBody>
          <a:bodyPr rtlCol="1"/>
          <a:lstStyle/>
          <a:p>
            <a:pPr lvl="0" rtl="1"/>
            <a:r>
              <a:rPr lang="he"/>
              <a:t>לחץ כדי לערוך סגנונות טקסט של תבנית בסיס</a:t>
            </a:r>
          </a:p>
          <a:p>
            <a:pPr lvl="1" rtl="1"/>
            <a:r>
              <a:rPr lang="he"/>
              <a:t>רמה שניה</a:t>
            </a:r>
          </a:p>
          <a:p>
            <a:pPr lvl="2" rtl="1"/>
            <a:r>
              <a:rPr lang="he"/>
              <a:t>רמה שלישית</a:t>
            </a:r>
          </a:p>
          <a:p>
            <a:pPr lvl="3" rtl="1"/>
            <a:r>
              <a:rPr lang="he"/>
              <a:t>רמה רביעית</a:t>
            </a:r>
          </a:p>
          <a:p>
            <a:pPr lvl="4" rtl="1"/>
            <a:r>
              <a:rPr lang="he"/>
              <a:t>רמה חמישית</a:t>
            </a:r>
            <a:endParaRPr lang="en-US" dirty="0"/>
          </a:p>
        </p:txBody>
      </p:sp>
      <p:sp>
        <p:nvSpPr>
          <p:cNvPr id="19" name="מציין מיקום של תמונה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7277100" y="-8466"/>
            <a:ext cx="4914895" cy="6398066"/>
          </a:xfrm>
          <a:blipFill dpi="0" rotWithShape="1">
            <a:blip r:embed="rId2">
              <a:alphaModFix amt="80000"/>
            </a:blip>
            <a:srcRect/>
            <a:stretch>
              <a:fillRect/>
            </a:stretch>
          </a:blipFill>
        </p:spPr>
        <p:txBody>
          <a:bodyPr rtlCol="1"/>
          <a:lstStyle>
            <a:lvl1pPr marL="0" indent="0" algn="r" rtl="1">
              <a:buNone/>
              <a:defRPr/>
            </a:lvl1pPr>
          </a:lstStyle>
          <a:p>
            <a:pPr rtl="1"/>
            <a:r>
              <a:rPr lang="he"/>
              <a:t> </a:t>
            </a:r>
          </a:p>
        </p:txBody>
      </p:sp>
      <p:sp>
        <p:nvSpPr>
          <p:cNvPr id="5" name="מציין מיקום של כותרת תחתונה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rtlCol="1"/>
          <a:lstStyle/>
          <a:p>
            <a:pPr rtl="1"/>
            <a:r>
              <a:rPr lang="he"/>
              <a:t>טקסט כותרת תחתונה לדוגמה</a:t>
            </a:r>
          </a:p>
        </p:txBody>
      </p:sp>
      <p:sp>
        <p:nvSpPr>
          <p:cNvPr id="4" name="מציין מיקום של תאריך 3">
            <a:extLst>
              <a:ext uri="{FF2B5EF4-FFF2-40B4-BE49-F238E27FC236}">
                <a16:creationId xmlns:a16="http://schemas.microsoft.com/office/drawing/2014/main" id="{ADC28223-FDFF-908F-158A-3401127BA5C7}"/>
              </a:ext>
            </a:extLst>
          </p:cNvPr>
          <p:cNvSpPr>
            <a:spLocks noGrp="1"/>
          </p:cNvSpPr>
          <p:nvPr>
            <p:ph type="dt" sz="half" idx="10"/>
          </p:nvPr>
        </p:nvSpPr>
        <p:spPr/>
        <p:txBody>
          <a:bodyPr rtlCol="1"/>
          <a:lstStyle/>
          <a:p>
            <a:pPr rtl="1"/>
            <a:r>
              <a:rPr lang="en-US"/>
              <a:t>11/08/2025</a:t>
            </a:r>
            <a:endParaRPr lang="en-US" dirty="0"/>
          </a:p>
        </p:txBody>
      </p:sp>
      <p:sp>
        <p:nvSpPr>
          <p:cNvPr id="6" name="מציין מיקום של מספר שקופית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rtlCol="1"/>
          <a:lstStyle/>
          <a:p>
            <a:pPr rtl="1"/>
            <a:fld id="{DDF60B60-82CA-4BB9-BA6E-A62FADF2374B}" type="slidenum">
              <a:rPr lang="en-US" smtClean="0"/>
              <a:t>‹#›</a:t>
            </a:fld>
            <a:endParaRPr lang="en-US" dirty="0"/>
          </a:p>
        </p:txBody>
      </p:sp>
      <p:cxnSp>
        <p:nvCxnSpPr>
          <p:cNvPr id="14" name="מחבר ישר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מחבר ישר 14">
            <a:extLst>
              <a:ext uri="{FF2B5EF4-FFF2-40B4-BE49-F238E27FC236}">
                <a16:creationId xmlns:a16="http://schemas.microsoft.com/office/drawing/2014/main" id="{A254AC9C-312D-B8D1-5D04-C0CE07B464DB}"/>
              </a:ext>
            </a:extLst>
          </p:cNvPr>
          <p:cNvCxnSpPr>
            <a:cxnSpLocks/>
          </p:cNvCxnSpPr>
          <p:nvPr/>
        </p:nvCxnSpPr>
        <p:spPr>
          <a:xfrm>
            <a:off x="7270008"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943787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תוכן עם תמונה 7">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A58AB8C-6B7B-EBD3-4D71-F5150448D3B6}"/>
              </a:ext>
            </a:extLst>
          </p:cNvPr>
          <p:cNvSpPr>
            <a:spLocks noGrp="1"/>
          </p:cNvSpPr>
          <p:nvPr>
            <p:ph type="title"/>
          </p:nvPr>
        </p:nvSpPr>
        <p:spPr>
          <a:xfrm>
            <a:off x="8191500" y="458144"/>
            <a:ext cx="3433926" cy="1681551"/>
          </a:xfrm>
        </p:spPr>
        <p:txBody>
          <a:bodyPr rtlCol="1"/>
          <a:lstStyle/>
          <a:p>
            <a:pPr rtl="1"/>
            <a:r>
              <a:rPr lang="he"/>
              <a:t>לחץ כדי לערוך סגנון כותרת של תבנית בסיס</a:t>
            </a:r>
            <a:endParaRPr lang="en-US" dirty="0"/>
          </a:p>
        </p:txBody>
      </p:sp>
      <p:sp>
        <p:nvSpPr>
          <p:cNvPr id="19" name="מציין מיקום של תמונה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0" y="0"/>
            <a:ext cx="7722292" cy="6396281"/>
          </a:xfrm>
          <a:blipFill dpi="0" rotWithShape="1">
            <a:blip r:embed="rId2">
              <a:alphaModFix amt="80000"/>
            </a:blip>
            <a:srcRect/>
            <a:stretch>
              <a:fillRect/>
            </a:stretch>
          </a:blipFill>
        </p:spPr>
        <p:txBody>
          <a:bodyPr rtlCol="1"/>
          <a:lstStyle>
            <a:lvl1pPr marL="0" indent="0" algn="r" rtl="1">
              <a:buNone/>
              <a:defRPr/>
            </a:lvl1pPr>
          </a:lstStyle>
          <a:p>
            <a:pPr rtl="1"/>
            <a:r>
              <a:rPr lang="he"/>
              <a:t> </a:t>
            </a:r>
          </a:p>
        </p:txBody>
      </p:sp>
      <p:sp>
        <p:nvSpPr>
          <p:cNvPr id="3" name="מציין מיקום תוכן 2">
            <a:extLst>
              <a:ext uri="{FF2B5EF4-FFF2-40B4-BE49-F238E27FC236}">
                <a16:creationId xmlns:a16="http://schemas.microsoft.com/office/drawing/2014/main" id="{00327223-CF88-A3FD-E8DF-370D7C19B1B6}"/>
              </a:ext>
            </a:extLst>
          </p:cNvPr>
          <p:cNvSpPr>
            <a:spLocks noGrp="1"/>
          </p:cNvSpPr>
          <p:nvPr>
            <p:ph idx="1"/>
          </p:nvPr>
        </p:nvSpPr>
        <p:spPr>
          <a:xfrm>
            <a:off x="8191500" y="2276856"/>
            <a:ext cx="3433926" cy="3785616"/>
          </a:xfrm>
        </p:spPr>
        <p:txBody>
          <a:bodyPr rtlCol="1"/>
          <a:lstStyle/>
          <a:p>
            <a:pPr lvl="0" rtl="1"/>
            <a:r>
              <a:rPr lang="he"/>
              <a:t>לחץ כדי לערוך סגנונות טקסט של תבנית בסיס</a:t>
            </a:r>
          </a:p>
          <a:p>
            <a:pPr lvl="1" rtl="1"/>
            <a:r>
              <a:rPr lang="he"/>
              <a:t>רמה שניה</a:t>
            </a:r>
          </a:p>
          <a:p>
            <a:pPr lvl="2" rtl="1"/>
            <a:r>
              <a:rPr lang="he"/>
              <a:t>רמה שלישית</a:t>
            </a:r>
          </a:p>
          <a:p>
            <a:pPr lvl="3" rtl="1"/>
            <a:r>
              <a:rPr lang="he"/>
              <a:t>רמה רביעית</a:t>
            </a:r>
          </a:p>
          <a:p>
            <a:pPr lvl="4" rtl="1"/>
            <a:r>
              <a:rPr lang="he"/>
              <a:t>רמה חמישית</a:t>
            </a:r>
            <a:endParaRPr lang="en-US" dirty="0"/>
          </a:p>
        </p:txBody>
      </p:sp>
      <p:sp>
        <p:nvSpPr>
          <p:cNvPr id="5" name="מציין מיקום של כותרת תחתונה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rtlCol="1"/>
          <a:lstStyle/>
          <a:p>
            <a:pPr rtl="1"/>
            <a:r>
              <a:rPr lang="he"/>
              <a:t>טקסט כותרת תחתונה לדוגמה</a:t>
            </a:r>
          </a:p>
        </p:txBody>
      </p:sp>
      <p:sp>
        <p:nvSpPr>
          <p:cNvPr id="4" name="מציין מיקום של תאריך 3">
            <a:extLst>
              <a:ext uri="{FF2B5EF4-FFF2-40B4-BE49-F238E27FC236}">
                <a16:creationId xmlns:a16="http://schemas.microsoft.com/office/drawing/2014/main" id="{ADC28223-FDFF-908F-158A-3401127BA5C7}"/>
              </a:ext>
            </a:extLst>
          </p:cNvPr>
          <p:cNvSpPr>
            <a:spLocks noGrp="1"/>
          </p:cNvSpPr>
          <p:nvPr>
            <p:ph type="dt" sz="half" idx="10"/>
          </p:nvPr>
        </p:nvSpPr>
        <p:spPr/>
        <p:txBody>
          <a:bodyPr rtlCol="1"/>
          <a:lstStyle/>
          <a:p>
            <a:pPr rtl="1"/>
            <a:r>
              <a:rPr lang="en-US"/>
              <a:t>11/08/2025</a:t>
            </a:r>
            <a:endParaRPr lang="en-US" dirty="0"/>
          </a:p>
        </p:txBody>
      </p:sp>
      <p:sp>
        <p:nvSpPr>
          <p:cNvPr id="6" name="מציין מיקום של מספר שקופית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rtlCol="1"/>
          <a:lstStyle/>
          <a:p>
            <a:pPr rtl="1"/>
            <a:fld id="{DDF60B60-82CA-4BB9-BA6E-A62FADF2374B}" type="slidenum">
              <a:rPr lang="en-US" smtClean="0"/>
              <a:t>‹#›</a:t>
            </a:fld>
            <a:endParaRPr lang="en-US" dirty="0"/>
          </a:p>
        </p:txBody>
      </p:sp>
      <p:cxnSp>
        <p:nvCxnSpPr>
          <p:cNvPr id="14" name="מחבר ישר 13">
            <a:extLst>
              <a:ext uri="{FF2B5EF4-FFF2-40B4-BE49-F238E27FC236}">
                <a16:creationId xmlns:a16="http://schemas.microsoft.com/office/drawing/2014/main" id="{6EB92977-9D16-C370-F779-0B9C67993046}"/>
              </a:ext>
            </a:extLst>
          </p:cNvPr>
          <p:cNvCxnSpPr>
            <a:cxnSpLocks/>
          </p:cNvCxnSpPr>
          <p:nvPr/>
        </p:nvCxnSpPr>
        <p:spPr>
          <a:xfrm flipH="1">
            <a:off x="0" y="6399854"/>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מחבר ישר 7">
            <a:extLst>
              <a:ext uri="{FF2B5EF4-FFF2-40B4-BE49-F238E27FC236}">
                <a16:creationId xmlns:a16="http://schemas.microsoft.com/office/drawing/2014/main" id="{BA67EAFE-BA64-2156-9780-AA400F6F3026}"/>
              </a:ext>
            </a:extLst>
          </p:cNvPr>
          <p:cNvCxnSpPr>
            <a:cxnSpLocks/>
          </p:cNvCxnSpPr>
          <p:nvPr/>
        </p:nvCxnSpPr>
        <p:spPr>
          <a:xfrm>
            <a:off x="7727358"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898702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תוכן עם תמונה 8">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A58AB8C-6B7B-EBD3-4D71-F5150448D3B6}"/>
              </a:ext>
            </a:extLst>
          </p:cNvPr>
          <p:cNvSpPr>
            <a:spLocks noGrp="1"/>
          </p:cNvSpPr>
          <p:nvPr>
            <p:ph type="title"/>
          </p:nvPr>
        </p:nvSpPr>
        <p:spPr>
          <a:xfrm>
            <a:off x="457200" y="458145"/>
            <a:ext cx="4000497" cy="1679799"/>
          </a:xfrm>
        </p:spPr>
        <p:txBody>
          <a:bodyPr rtlCol="1"/>
          <a:lstStyle/>
          <a:p>
            <a:pPr rtl="1"/>
            <a:r>
              <a:rPr lang="he"/>
              <a:t>לחץ כדי לערוך סגנון כותרת של תבנית בסיס</a:t>
            </a:r>
            <a:endParaRPr lang="en-US" dirty="0"/>
          </a:p>
        </p:txBody>
      </p:sp>
      <p:sp>
        <p:nvSpPr>
          <p:cNvPr id="3" name="מציין מיקום תוכן 2">
            <a:extLst>
              <a:ext uri="{FF2B5EF4-FFF2-40B4-BE49-F238E27FC236}">
                <a16:creationId xmlns:a16="http://schemas.microsoft.com/office/drawing/2014/main" id="{00327223-CF88-A3FD-E8DF-370D7C19B1B6}"/>
              </a:ext>
            </a:extLst>
          </p:cNvPr>
          <p:cNvSpPr>
            <a:spLocks noGrp="1"/>
          </p:cNvSpPr>
          <p:nvPr>
            <p:ph idx="1"/>
          </p:nvPr>
        </p:nvSpPr>
        <p:spPr>
          <a:xfrm>
            <a:off x="457200" y="2272880"/>
            <a:ext cx="4000497" cy="3789491"/>
          </a:xfrm>
        </p:spPr>
        <p:txBody>
          <a:bodyPr rtlCol="1"/>
          <a:lstStyle/>
          <a:p>
            <a:pPr lvl="0" rtl="1"/>
            <a:r>
              <a:rPr lang="he"/>
              <a:t>לחץ כדי לערוך סגנונות טקסט של תבנית בסיס</a:t>
            </a:r>
          </a:p>
          <a:p>
            <a:pPr lvl="1" rtl="1"/>
            <a:r>
              <a:rPr lang="he"/>
              <a:t>רמה שניה</a:t>
            </a:r>
          </a:p>
          <a:p>
            <a:pPr lvl="2" rtl="1"/>
            <a:r>
              <a:rPr lang="he"/>
              <a:t>רמה שלישית</a:t>
            </a:r>
          </a:p>
          <a:p>
            <a:pPr lvl="3" rtl="1"/>
            <a:r>
              <a:rPr lang="he"/>
              <a:t>רמה רביעית</a:t>
            </a:r>
          </a:p>
          <a:p>
            <a:pPr lvl="4" rtl="1"/>
            <a:r>
              <a:rPr lang="he"/>
              <a:t>רמה חמישית</a:t>
            </a:r>
            <a:endParaRPr lang="en-US" dirty="0"/>
          </a:p>
        </p:txBody>
      </p:sp>
      <p:sp>
        <p:nvSpPr>
          <p:cNvPr id="19" name="מציין מיקום של תמונה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4853323" y="0"/>
            <a:ext cx="7338676" cy="6396281"/>
          </a:xfrm>
          <a:blipFill dpi="0" rotWithShape="1">
            <a:blip r:embed="rId2">
              <a:alphaModFix amt="80000"/>
            </a:blip>
            <a:srcRect/>
            <a:stretch>
              <a:fillRect/>
            </a:stretch>
          </a:blipFill>
        </p:spPr>
        <p:txBody>
          <a:bodyPr rtlCol="1"/>
          <a:lstStyle>
            <a:lvl1pPr marL="0" indent="0" algn="r" rtl="1">
              <a:buNone/>
              <a:defRPr/>
            </a:lvl1pPr>
          </a:lstStyle>
          <a:p>
            <a:pPr rtl="1"/>
            <a:r>
              <a:rPr lang="he"/>
              <a:t> </a:t>
            </a:r>
          </a:p>
        </p:txBody>
      </p:sp>
      <p:sp>
        <p:nvSpPr>
          <p:cNvPr id="5" name="מציין מיקום של כותרת תחתונה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4000500" cy="365125"/>
          </a:xfrm>
        </p:spPr>
        <p:txBody>
          <a:bodyPr rtlCol="1"/>
          <a:lstStyle/>
          <a:p>
            <a:pPr rtl="1"/>
            <a:r>
              <a:rPr lang="he"/>
              <a:t>טקסט כותרת תחתונה לדוגמה</a:t>
            </a:r>
          </a:p>
        </p:txBody>
      </p:sp>
      <p:sp>
        <p:nvSpPr>
          <p:cNvPr id="4" name="מציין מיקום של תאריך 3">
            <a:extLst>
              <a:ext uri="{FF2B5EF4-FFF2-40B4-BE49-F238E27FC236}">
                <a16:creationId xmlns:a16="http://schemas.microsoft.com/office/drawing/2014/main" id="{ADC28223-FDFF-908F-158A-3401127BA5C7}"/>
              </a:ext>
            </a:extLst>
          </p:cNvPr>
          <p:cNvSpPr>
            <a:spLocks noGrp="1"/>
          </p:cNvSpPr>
          <p:nvPr>
            <p:ph type="dt" sz="half" idx="10"/>
          </p:nvPr>
        </p:nvSpPr>
        <p:spPr/>
        <p:txBody>
          <a:bodyPr rtlCol="1"/>
          <a:lstStyle/>
          <a:p>
            <a:pPr rtl="1"/>
            <a:r>
              <a:rPr lang="en-US"/>
              <a:t>11/08/2025</a:t>
            </a:r>
            <a:endParaRPr lang="en-US" dirty="0"/>
          </a:p>
        </p:txBody>
      </p:sp>
      <p:sp>
        <p:nvSpPr>
          <p:cNvPr id="6" name="מציין מיקום של מספר שקופית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rtlCol="1"/>
          <a:lstStyle/>
          <a:p>
            <a:pPr rtl="1"/>
            <a:fld id="{DDF60B60-82CA-4BB9-BA6E-A62FADF2374B}" type="slidenum">
              <a:rPr lang="en-US" smtClean="0"/>
              <a:t>‹#›</a:t>
            </a:fld>
            <a:endParaRPr lang="en-US" dirty="0"/>
          </a:p>
        </p:txBody>
      </p:sp>
      <p:cxnSp>
        <p:nvCxnSpPr>
          <p:cNvPr id="14" name="מחבר ישר 13">
            <a:extLst>
              <a:ext uri="{FF2B5EF4-FFF2-40B4-BE49-F238E27FC236}">
                <a16:creationId xmlns:a16="http://schemas.microsoft.com/office/drawing/2014/main" id="{6EB92977-9D16-C370-F779-0B9C67993046}"/>
              </a:ext>
            </a:extLst>
          </p:cNvPr>
          <p:cNvCxnSpPr>
            <a:cxnSpLocks/>
          </p:cNvCxnSpPr>
          <p:nvPr/>
        </p:nvCxnSpPr>
        <p:spPr>
          <a:xfrm flipH="1">
            <a:off x="0" y="6399854"/>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מחבר ישר 14">
            <a:extLst>
              <a:ext uri="{FF2B5EF4-FFF2-40B4-BE49-F238E27FC236}">
                <a16:creationId xmlns:a16="http://schemas.microsoft.com/office/drawing/2014/main" id="{A254AC9C-312D-B8D1-5D04-C0CE07B464DB}"/>
              </a:ext>
            </a:extLst>
          </p:cNvPr>
          <p:cNvCxnSpPr>
            <a:cxnSpLocks/>
          </p:cNvCxnSpPr>
          <p:nvPr/>
        </p:nvCxnSpPr>
        <p:spPr>
          <a:xfrm>
            <a:off x="4849331"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231902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תוכן עם תמונה 9">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A58AB8C-6B7B-EBD3-4D71-F5150448D3B6}"/>
              </a:ext>
            </a:extLst>
          </p:cNvPr>
          <p:cNvSpPr>
            <a:spLocks noGrp="1"/>
          </p:cNvSpPr>
          <p:nvPr>
            <p:ph type="title"/>
          </p:nvPr>
        </p:nvSpPr>
        <p:spPr>
          <a:xfrm>
            <a:off x="7739922" y="458144"/>
            <a:ext cx="3909536" cy="1485873"/>
          </a:xfrm>
        </p:spPr>
        <p:txBody>
          <a:bodyPr rtlCol="1"/>
          <a:lstStyle/>
          <a:p>
            <a:pPr rtl="1"/>
            <a:r>
              <a:rPr lang="he"/>
              <a:t>לחץ כדי לערוך סגנון כותרת של תבנית בסיס</a:t>
            </a:r>
            <a:endParaRPr lang="en-US" dirty="0"/>
          </a:p>
        </p:txBody>
      </p:sp>
      <p:sp>
        <p:nvSpPr>
          <p:cNvPr id="19" name="מציין מיקום של תמונה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0" y="0"/>
            <a:ext cx="7268396" cy="6396281"/>
          </a:xfrm>
          <a:blipFill dpi="0" rotWithShape="1">
            <a:blip r:embed="rId2">
              <a:alphaModFix amt="80000"/>
            </a:blip>
            <a:srcRect/>
            <a:stretch>
              <a:fillRect/>
            </a:stretch>
          </a:blipFill>
        </p:spPr>
        <p:txBody>
          <a:bodyPr rtlCol="1"/>
          <a:lstStyle>
            <a:lvl1pPr marL="0" indent="0" algn="r" rtl="1">
              <a:buNone/>
              <a:defRPr/>
            </a:lvl1pPr>
          </a:lstStyle>
          <a:p>
            <a:pPr rtl="1"/>
            <a:r>
              <a:rPr lang="he"/>
              <a:t> </a:t>
            </a:r>
          </a:p>
        </p:txBody>
      </p:sp>
      <p:sp>
        <p:nvSpPr>
          <p:cNvPr id="3" name="מציין מיקום תוכן 2">
            <a:extLst>
              <a:ext uri="{FF2B5EF4-FFF2-40B4-BE49-F238E27FC236}">
                <a16:creationId xmlns:a16="http://schemas.microsoft.com/office/drawing/2014/main" id="{00327223-CF88-A3FD-E8DF-370D7C19B1B6}"/>
              </a:ext>
            </a:extLst>
          </p:cNvPr>
          <p:cNvSpPr>
            <a:spLocks noGrp="1"/>
          </p:cNvSpPr>
          <p:nvPr>
            <p:ph idx="1"/>
          </p:nvPr>
        </p:nvSpPr>
        <p:spPr>
          <a:xfrm>
            <a:off x="7739922" y="2463789"/>
            <a:ext cx="3909534" cy="3561091"/>
          </a:xfrm>
        </p:spPr>
        <p:txBody>
          <a:bodyPr rtlCol="1"/>
          <a:lstStyle/>
          <a:p>
            <a:pPr lvl="0" rtl="1"/>
            <a:r>
              <a:rPr lang="he"/>
              <a:t>לחץ כדי לערוך סגנונות טקסט של תבנית בסיס</a:t>
            </a:r>
          </a:p>
          <a:p>
            <a:pPr lvl="1" rtl="1"/>
            <a:r>
              <a:rPr lang="he"/>
              <a:t>רמה שניה</a:t>
            </a:r>
          </a:p>
          <a:p>
            <a:pPr lvl="2" rtl="1"/>
            <a:r>
              <a:rPr lang="he"/>
              <a:t>רמה שלישית</a:t>
            </a:r>
          </a:p>
          <a:p>
            <a:pPr lvl="3" rtl="1"/>
            <a:r>
              <a:rPr lang="he"/>
              <a:t>רמה רביעית</a:t>
            </a:r>
          </a:p>
          <a:p>
            <a:pPr lvl="4" rtl="1"/>
            <a:r>
              <a:rPr lang="he"/>
              <a:t>רמה חמישית</a:t>
            </a:r>
            <a:endParaRPr lang="en-US" dirty="0"/>
          </a:p>
        </p:txBody>
      </p:sp>
      <p:sp>
        <p:nvSpPr>
          <p:cNvPr id="5" name="מציין מיקום של כותרת תחתונה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rtlCol="1"/>
          <a:lstStyle/>
          <a:p>
            <a:pPr rtl="1"/>
            <a:r>
              <a:rPr lang="he"/>
              <a:t>טקסט כותרת תחתונה לדוגמה</a:t>
            </a:r>
          </a:p>
        </p:txBody>
      </p:sp>
      <p:sp>
        <p:nvSpPr>
          <p:cNvPr id="4" name="מציין מיקום של תאריך 3">
            <a:extLst>
              <a:ext uri="{FF2B5EF4-FFF2-40B4-BE49-F238E27FC236}">
                <a16:creationId xmlns:a16="http://schemas.microsoft.com/office/drawing/2014/main" id="{ADC28223-FDFF-908F-158A-3401127BA5C7}"/>
              </a:ext>
            </a:extLst>
          </p:cNvPr>
          <p:cNvSpPr>
            <a:spLocks noGrp="1"/>
          </p:cNvSpPr>
          <p:nvPr>
            <p:ph type="dt" sz="half" idx="10"/>
          </p:nvPr>
        </p:nvSpPr>
        <p:spPr/>
        <p:txBody>
          <a:bodyPr rtlCol="1"/>
          <a:lstStyle/>
          <a:p>
            <a:pPr rtl="1"/>
            <a:r>
              <a:rPr lang="en-US"/>
              <a:t>11/08/2025</a:t>
            </a:r>
            <a:endParaRPr lang="en-US" dirty="0"/>
          </a:p>
        </p:txBody>
      </p:sp>
      <p:sp>
        <p:nvSpPr>
          <p:cNvPr id="6" name="מציין מיקום של מספר שקופית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rtlCol="1"/>
          <a:lstStyle/>
          <a:p>
            <a:pPr rtl="1"/>
            <a:fld id="{DDF60B60-82CA-4BB9-BA6E-A62FADF2374B}" type="slidenum">
              <a:rPr lang="en-US" smtClean="0"/>
              <a:t>‹#›</a:t>
            </a:fld>
            <a:endParaRPr lang="en-US" dirty="0"/>
          </a:p>
        </p:txBody>
      </p:sp>
      <p:cxnSp>
        <p:nvCxnSpPr>
          <p:cNvPr id="14" name="מחבר ישר 13">
            <a:extLst>
              <a:ext uri="{FF2B5EF4-FFF2-40B4-BE49-F238E27FC236}">
                <a16:creationId xmlns:a16="http://schemas.microsoft.com/office/drawing/2014/main" id="{6EB92977-9D16-C370-F779-0B9C67993046}"/>
              </a:ext>
            </a:extLst>
          </p:cNvPr>
          <p:cNvCxnSpPr>
            <a:cxnSpLocks/>
          </p:cNvCxnSpPr>
          <p:nvPr/>
        </p:nvCxnSpPr>
        <p:spPr>
          <a:xfrm flipH="1">
            <a:off x="0" y="6399854"/>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מחבר ישר 7">
            <a:extLst>
              <a:ext uri="{FF2B5EF4-FFF2-40B4-BE49-F238E27FC236}">
                <a16:creationId xmlns:a16="http://schemas.microsoft.com/office/drawing/2014/main" id="{BA67EAFE-BA64-2156-9780-AA400F6F3026}"/>
              </a:ext>
            </a:extLst>
          </p:cNvPr>
          <p:cNvCxnSpPr>
            <a:cxnSpLocks/>
          </p:cNvCxnSpPr>
          <p:nvPr/>
        </p:nvCxnSpPr>
        <p:spPr>
          <a:xfrm>
            <a:off x="7271347"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7" name="מחבר ישר 6">
            <a:extLst>
              <a:ext uri="{FF2B5EF4-FFF2-40B4-BE49-F238E27FC236}">
                <a16:creationId xmlns:a16="http://schemas.microsoft.com/office/drawing/2014/main" id="{854F2342-86AA-3EA4-EB3B-2DB8D68315E6}"/>
              </a:ext>
            </a:extLst>
          </p:cNvPr>
          <p:cNvCxnSpPr>
            <a:cxnSpLocks/>
          </p:cNvCxnSpPr>
          <p:nvPr/>
        </p:nvCxnSpPr>
        <p:spPr>
          <a:xfrm flipH="1">
            <a:off x="7227420" y="2212509"/>
            <a:ext cx="493532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1012287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תוכן עם תמונה 10">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A58AB8C-6B7B-EBD3-4D71-F5150448D3B6}"/>
              </a:ext>
            </a:extLst>
          </p:cNvPr>
          <p:cNvSpPr>
            <a:spLocks noGrp="1"/>
          </p:cNvSpPr>
          <p:nvPr>
            <p:ph type="title"/>
          </p:nvPr>
        </p:nvSpPr>
        <p:spPr>
          <a:xfrm>
            <a:off x="8664673" y="586591"/>
            <a:ext cx="2915036" cy="1600279"/>
          </a:xfrm>
        </p:spPr>
        <p:txBody>
          <a:bodyPr rtlCol="1"/>
          <a:lstStyle/>
          <a:p>
            <a:pPr rtl="1"/>
            <a:r>
              <a:rPr lang="he"/>
              <a:t>לחץ כדי לערוך סגנון כותרת של תבנית בסיס</a:t>
            </a:r>
            <a:endParaRPr lang="en-US" dirty="0"/>
          </a:p>
        </p:txBody>
      </p:sp>
      <p:sp>
        <p:nvSpPr>
          <p:cNvPr id="19" name="מציין מיקום של תמונה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0" y="0"/>
            <a:ext cx="8186508" cy="6396281"/>
          </a:xfrm>
          <a:blipFill dpi="0" rotWithShape="1">
            <a:blip r:embed="rId2">
              <a:alphaModFix amt="80000"/>
            </a:blip>
            <a:srcRect/>
            <a:stretch>
              <a:fillRect/>
            </a:stretch>
          </a:blipFill>
        </p:spPr>
        <p:txBody>
          <a:bodyPr rtlCol="1"/>
          <a:lstStyle>
            <a:lvl1pPr marL="0" indent="0" algn="r" rtl="1">
              <a:buNone/>
              <a:defRPr/>
            </a:lvl1pPr>
          </a:lstStyle>
          <a:p>
            <a:pPr rtl="1"/>
            <a:r>
              <a:rPr lang="he"/>
              <a:t> </a:t>
            </a:r>
          </a:p>
        </p:txBody>
      </p:sp>
      <p:sp>
        <p:nvSpPr>
          <p:cNvPr id="3" name="מציין מיקום תוכן 2">
            <a:extLst>
              <a:ext uri="{FF2B5EF4-FFF2-40B4-BE49-F238E27FC236}">
                <a16:creationId xmlns:a16="http://schemas.microsoft.com/office/drawing/2014/main" id="{00327223-CF88-A3FD-E8DF-370D7C19B1B6}"/>
              </a:ext>
            </a:extLst>
          </p:cNvPr>
          <p:cNvSpPr>
            <a:spLocks noGrp="1"/>
          </p:cNvSpPr>
          <p:nvPr>
            <p:ph idx="1"/>
          </p:nvPr>
        </p:nvSpPr>
        <p:spPr>
          <a:xfrm>
            <a:off x="8664673" y="2714536"/>
            <a:ext cx="2915038" cy="3227167"/>
          </a:xfrm>
        </p:spPr>
        <p:txBody>
          <a:bodyPr rtlCol="1"/>
          <a:lstStyle/>
          <a:p>
            <a:pPr lvl="0" rtl="1"/>
            <a:r>
              <a:rPr lang="he"/>
              <a:t>לחץ כדי לערוך סגנונות טקסט של תבנית בסיס</a:t>
            </a:r>
          </a:p>
          <a:p>
            <a:pPr lvl="1" rtl="1"/>
            <a:r>
              <a:rPr lang="he"/>
              <a:t>רמה שניה</a:t>
            </a:r>
          </a:p>
          <a:p>
            <a:pPr lvl="2" rtl="1"/>
            <a:r>
              <a:rPr lang="he"/>
              <a:t>רמה שלישית</a:t>
            </a:r>
          </a:p>
          <a:p>
            <a:pPr lvl="3" rtl="1"/>
            <a:r>
              <a:rPr lang="he"/>
              <a:t>רמה רביעית</a:t>
            </a:r>
          </a:p>
          <a:p>
            <a:pPr lvl="4" rtl="1"/>
            <a:r>
              <a:rPr lang="he"/>
              <a:t>רמה חמישית</a:t>
            </a:r>
            <a:endParaRPr lang="en-US" dirty="0"/>
          </a:p>
        </p:txBody>
      </p:sp>
      <p:sp>
        <p:nvSpPr>
          <p:cNvPr id="5" name="מציין מיקום של כותרת תחתונה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rtlCol="1"/>
          <a:lstStyle/>
          <a:p>
            <a:pPr rtl="1"/>
            <a:r>
              <a:rPr lang="he"/>
              <a:t>טקסט כותרת תחתונה לדוגמה</a:t>
            </a:r>
          </a:p>
        </p:txBody>
      </p:sp>
      <p:sp>
        <p:nvSpPr>
          <p:cNvPr id="4" name="מציין מיקום של תאריך 3">
            <a:extLst>
              <a:ext uri="{FF2B5EF4-FFF2-40B4-BE49-F238E27FC236}">
                <a16:creationId xmlns:a16="http://schemas.microsoft.com/office/drawing/2014/main" id="{ADC28223-FDFF-908F-158A-3401127BA5C7}"/>
              </a:ext>
            </a:extLst>
          </p:cNvPr>
          <p:cNvSpPr>
            <a:spLocks noGrp="1"/>
          </p:cNvSpPr>
          <p:nvPr>
            <p:ph type="dt" sz="half" idx="10"/>
          </p:nvPr>
        </p:nvSpPr>
        <p:spPr/>
        <p:txBody>
          <a:bodyPr rtlCol="1"/>
          <a:lstStyle/>
          <a:p>
            <a:pPr rtl="1"/>
            <a:r>
              <a:rPr lang="en-US"/>
              <a:t>11/08/2025</a:t>
            </a:r>
            <a:endParaRPr lang="en-US" dirty="0"/>
          </a:p>
        </p:txBody>
      </p:sp>
      <p:sp>
        <p:nvSpPr>
          <p:cNvPr id="6" name="מציין מיקום של מספר שקופית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rtlCol="1"/>
          <a:lstStyle/>
          <a:p>
            <a:pPr rtl="1"/>
            <a:fld id="{DDF60B60-82CA-4BB9-BA6E-A62FADF2374B}" type="slidenum">
              <a:rPr lang="en-US" smtClean="0"/>
              <a:t>‹#›</a:t>
            </a:fld>
            <a:endParaRPr lang="en-US" dirty="0"/>
          </a:p>
        </p:txBody>
      </p:sp>
      <p:cxnSp>
        <p:nvCxnSpPr>
          <p:cNvPr id="14" name="מחבר ישר 13">
            <a:extLst>
              <a:ext uri="{FF2B5EF4-FFF2-40B4-BE49-F238E27FC236}">
                <a16:creationId xmlns:a16="http://schemas.microsoft.com/office/drawing/2014/main" id="{6EB92977-9D16-C370-F779-0B9C67993046}"/>
              </a:ext>
            </a:extLst>
          </p:cNvPr>
          <p:cNvCxnSpPr>
            <a:cxnSpLocks/>
          </p:cNvCxnSpPr>
          <p:nvPr/>
        </p:nvCxnSpPr>
        <p:spPr>
          <a:xfrm flipH="1">
            <a:off x="0" y="6399854"/>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מחבר ישר 8">
            <a:extLst>
              <a:ext uri="{FF2B5EF4-FFF2-40B4-BE49-F238E27FC236}">
                <a16:creationId xmlns:a16="http://schemas.microsoft.com/office/drawing/2014/main" id="{30E6711F-CD71-AB46-003C-BE1DB3B8E841}"/>
              </a:ext>
            </a:extLst>
          </p:cNvPr>
          <p:cNvCxnSpPr>
            <a:cxnSpLocks/>
          </p:cNvCxnSpPr>
          <p:nvPr/>
        </p:nvCxnSpPr>
        <p:spPr>
          <a:xfrm>
            <a:off x="8187768"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מחבר ישר 7">
            <a:extLst>
              <a:ext uri="{FF2B5EF4-FFF2-40B4-BE49-F238E27FC236}">
                <a16:creationId xmlns:a16="http://schemas.microsoft.com/office/drawing/2014/main" id="{9D5807C1-3535-030D-D48C-9F2B70401B10}"/>
              </a:ext>
            </a:extLst>
          </p:cNvPr>
          <p:cNvCxnSpPr>
            <a:cxnSpLocks/>
          </p:cNvCxnSpPr>
          <p:nvPr/>
        </p:nvCxnSpPr>
        <p:spPr>
          <a:xfrm flipH="1">
            <a:off x="8186508" y="2443138"/>
            <a:ext cx="4005492"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363368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תוכן עם תמונה 11">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A58AB8C-6B7B-EBD3-4D71-F5150448D3B6}"/>
              </a:ext>
            </a:extLst>
          </p:cNvPr>
          <p:cNvSpPr>
            <a:spLocks noGrp="1"/>
          </p:cNvSpPr>
          <p:nvPr>
            <p:ph type="title"/>
          </p:nvPr>
        </p:nvSpPr>
        <p:spPr>
          <a:xfrm>
            <a:off x="457200" y="5036986"/>
            <a:ext cx="3985579" cy="1397477"/>
          </a:xfrm>
        </p:spPr>
        <p:txBody>
          <a:bodyPr rtlCol="1" anchor="t"/>
          <a:lstStyle/>
          <a:p>
            <a:pPr rtl="1"/>
            <a:r>
              <a:rPr lang="he"/>
              <a:t>לחץ כדי לערוך סגנון כותרת של תבנית בסיס</a:t>
            </a:r>
            <a:endParaRPr lang="en-US" dirty="0"/>
          </a:p>
        </p:txBody>
      </p:sp>
      <p:sp>
        <p:nvSpPr>
          <p:cNvPr id="19" name="מציין מיקום של תמונה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0" y="-8965"/>
            <a:ext cx="12191999" cy="4767811"/>
          </a:xfrm>
          <a:blipFill dpi="0" rotWithShape="1">
            <a:blip r:embed="rId2">
              <a:alphaModFix amt="80000"/>
            </a:blip>
            <a:srcRect/>
            <a:stretch>
              <a:fillRect/>
            </a:stretch>
          </a:blipFill>
        </p:spPr>
        <p:txBody>
          <a:bodyPr rtlCol="1"/>
          <a:lstStyle>
            <a:lvl1pPr marL="0" indent="0" algn="r" rtl="1">
              <a:buNone/>
              <a:defRPr/>
            </a:lvl1pPr>
          </a:lstStyle>
          <a:p>
            <a:pPr rtl="1"/>
            <a:r>
              <a:rPr lang="he"/>
              <a:t> </a:t>
            </a:r>
          </a:p>
        </p:txBody>
      </p:sp>
      <p:sp>
        <p:nvSpPr>
          <p:cNvPr id="3" name="מציין מיקום תוכן 2">
            <a:extLst>
              <a:ext uri="{FF2B5EF4-FFF2-40B4-BE49-F238E27FC236}">
                <a16:creationId xmlns:a16="http://schemas.microsoft.com/office/drawing/2014/main" id="{00327223-CF88-A3FD-E8DF-370D7C19B1B6}"/>
              </a:ext>
            </a:extLst>
          </p:cNvPr>
          <p:cNvSpPr>
            <a:spLocks noGrp="1"/>
          </p:cNvSpPr>
          <p:nvPr>
            <p:ph idx="1"/>
          </p:nvPr>
        </p:nvSpPr>
        <p:spPr>
          <a:xfrm>
            <a:off x="5203180" y="5054245"/>
            <a:ext cx="6376529" cy="1319832"/>
          </a:xfrm>
        </p:spPr>
        <p:txBody>
          <a:bodyPr rtlCol="1"/>
          <a:lstStyle>
            <a:lvl1pPr marL="0" indent="0" algn="r" rtl="1">
              <a:buNone/>
              <a:defRPr/>
            </a:lvl1pPr>
            <a:lvl2pPr marL="457200" indent="0" algn="r" rtl="1">
              <a:buNone/>
              <a:defRPr/>
            </a:lvl2pPr>
            <a:lvl3pPr marL="914400" indent="0" algn="r" rtl="1">
              <a:buNone/>
              <a:defRPr/>
            </a:lvl3pPr>
            <a:lvl4pPr marL="1371600" indent="0" algn="r" rtl="1">
              <a:buNone/>
              <a:defRPr/>
            </a:lvl4pPr>
            <a:lvl5pPr marL="1828800" indent="0" algn="r" rtl="1">
              <a:buNone/>
              <a:defRPr/>
            </a:lvl5pPr>
          </a:lstStyle>
          <a:p>
            <a:pPr lvl="0" rtl="1"/>
            <a:r>
              <a:rPr lang="he"/>
              <a:t>לחץ כדי לערוך סגנונות טקסט של תבנית בסיס</a:t>
            </a:r>
          </a:p>
          <a:p>
            <a:pPr lvl="1" rtl="1"/>
            <a:r>
              <a:rPr lang="he"/>
              <a:t>רמה שניה</a:t>
            </a:r>
          </a:p>
          <a:p>
            <a:pPr lvl="2" rtl="1"/>
            <a:r>
              <a:rPr lang="he"/>
              <a:t>רמה שלישית</a:t>
            </a:r>
          </a:p>
          <a:p>
            <a:pPr lvl="3" rtl="1"/>
            <a:r>
              <a:rPr lang="he"/>
              <a:t>רמה רביעית</a:t>
            </a:r>
          </a:p>
          <a:p>
            <a:pPr lvl="4" rtl="1"/>
            <a:r>
              <a:rPr lang="he"/>
              <a:t>רמה חמישית</a:t>
            </a:r>
            <a:endParaRPr lang="en-US" dirty="0"/>
          </a:p>
        </p:txBody>
      </p:sp>
      <p:sp>
        <p:nvSpPr>
          <p:cNvPr id="5" name="מציין מיקום של כותרת תחתונה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rtlCol="1"/>
          <a:lstStyle/>
          <a:p>
            <a:pPr rtl="1"/>
            <a:r>
              <a:rPr lang="he"/>
              <a:t>טקסט כותרת תחתונה לדוגמה</a:t>
            </a:r>
          </a:p>
        </p:txBody>
      </p:sp>
      <p:sp>
        <p:nvSpPr>
          <p:cNvPr id="4" name="מציין מיקום של תאריך 3">
            <a:extLst>
              <a:ext uri="{FF2B5EF4-FFF2-40B4-BE49-F238E27FC236}">
                <a16:creationId xmlns:a16="http://schemas.microsoft.com/office/drawing/2014/main" id="{ADC28223-FDFF-908F-158A-3401127BA5C7}"/>
              </a:ext>
            </a:extLst>
          </p:cNvPr>
          <p:cNvSpPr>
            <a:spLocks noGrp="1"/>
          </p:cNvSpPr>
          <p:nvPr>
            <p:ph type="dt" sz="half" idx="10"/>
          </p:nvPr>
        </p:nvSpPr>
        <p:spPr/>
        <p:txBody>
          <a:bodyPr rtlCol="1"/>
          <a:lstStyle/>
          <a:p>
            <a:pPr rtl="1"/>
            <a:r>
              <a:rPr lang="en-US"/>
              <a:t>11/08/2025</a:t>
            </a:r>
            <a:endParaRPr lang="en-US" dirty="0"/>
          </a:p>
        </p:txBody>
      </p:sp>
      <p:sp>
        <p:nvSpPr>
          <p:cNvPr id="6" name="מציין מיקום של מספר שקופית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rtlCol="1"/>
          <a:lstStyle/>
          <a:p>
            <a:pPr rtl="1"/>
            <a:fld id="{DDF60B60-82CA-4BB9-BA6E-A62FADF2374B}" type="slidenum">
              <a:rPr lang="en-US" smtClean="0"/>
              <a:t>‹#›</a:t>
            </a:fld>
            <a:endParaRPr lang="en-US" dirty="0"/>
          </a:p>
        </p:txBody>
      </p:sp>
      <p:cxnSp>
        <p:nvCxnSpPr>
          <p:cNvPr id="8" name="מחבר ישר 7">
            <a:extLst>
              <a:ext uri="{FF2B5EF4-FFF2-40B4-BE49-F238E27FC236}">
                <a16:creationId xmlns:a16="http://schemas.microsoft.com/office/drawing/2014/main" id="{0493C13E-01BF-7326-0714-59845741BBF3}"/>
              </a:ext>
            </a:extLst>
          </p:cNvPr>
          <p:cNvCxnSpPr>
            <a:cxnSpLocks/>
          </p:cNvCxnSpPr>
          <p:nvPr/>
        </p:nvCxnSpPr>
        <p:spPr>
          <a:xfrm flipH="1">
            <a:off x="0" y="4759186"/>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מחבר ישר 12">
            <a:extLst>
              <a:ext uri="{FF2B5EF4-FFF2-40B4-BE49-F238E27FC236}">
                <a16:creationId xmlns:a16="http://schemas.microsoft.com/office/drawing/2014/main" id="{7B245A6F-9312-AEBD-1066-A68010EEF5A3}"/>
              </a:ext>
            </a:extLst>
          </p:cNvPr>
          <p:cNvCxnSpPr>
            <a:cxnSpLocks/>
          </p:cNvCxnSpPr>
          <p:nvPr/>
        </p:nvCxnSpPr>
        <p:spPr>
          <a:xfrm>
            <a:off x="4724925" y="4758846"/>
            <a:ext cx="0" cy="2099154"/>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468158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תוכן עם תמונה 12">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A58AB8C-6B7B-EBD3-4D71-F5150448D3B6}"/>
              </a:ext>
            </a:extLst>
          </p:cNvPr>
          <p:cNvSpPr>
            <a:spLocks noGrp="1"/>
          </p:cNvSpPr>
          <p:nvPr>
            <p:ph type="title"/>
          </p:nvPr>
        </p:nvSpPr>
        <p:spPr>
          <a:xfrm>
            <a:off x="457199" y="3959530"/>
            <a:ext cx="3512409" cy="2199864"/>
          </a:xfrm>
        </p:spPr>
        <p:txBody>
          <a:bodyPr rtlCol="1" anchor="t"/>
          <a:lstStyle/>
          <a:p>
            <a:pPr rtl="1"/>
            <a:r>
              <a:rPr lang="he"/>
              <a:t>לחץ כדי לערוך סגנון כותרת של תבנית בסיס</a:t>
            </a:r>
            <a:endParaRPr lang="en-US" dirty="0"/>
          </a:p>
        </p:txBody>
      </p:sp>
      <p:sp>
        <p:nvSpPr>
          <p:cNvPr id="15" name="מציין מיקום של תמונה 14">
            <a:extLst>
              <a:ext uri="{FF2B5EF4-FFF2-40B4-BE49-F238E27FC236}">
                <a16:creationId xmlns:a16="http://schemas.microsoft.com/office/drawing/2014/main" id="{3B441162-7125-E1E0-1B82-FCC1AB84227E}"/>
              </a:ext>
            </a:extLst>
          </p:cNvPr>
          <p:cNvSpPr>
            <a:spLocks noGrp="1"/>
          </p:cNvSpPr>
          <p:nvPr>
            <p:ph type="pic" sz="quarter" idx="13" hasCustomPrompt="1"/>
          </p:nvPr>
        </p:nvSpPr>
        <p:spPr>
          <a:xfrm>
            <a:off x="-857" y="-1"/>
            <a:ext cx="12192000" cy="3648977"/>
          </a:xfrm>
          <a:blipFill dpi="0" rotWithShape="1">
            <a:blip r:embed="rId2">
              <a:alphaModFix amt="80000"/>
            </a:blip>
            <a:srcRect/>
            <a:stretch>
              <a:fillRect/>
            </a:stretch>
          </a:blipFill>
        </p:spPr>
        <p:txBody>
          <a:bodyPr rtlCol="1"/>
          <a:lstStyle>
            <a:lvl1pPr marL="0" indent="0" algn="r" rtl="1">
              <a:buNone/>
              <a:defRPr/>
            </a:lvl1pPr>
          </a:lstStyle>
          <a:p>
            <a:pPr rtl="1"/>
            <a:r>
              <a:rPr lang="he"/>
              <a:t> </a:t>
            </a:r>
          </a:p>
        </p:txBody>
      </p:sp>
      <p:sp>
        <p:nvSpPr>
          <p:cNvPr id="3" name="מציין מיקום תוכן 2">
            <a:extLst>
              <a:ext uri="{FF2B5EF4-FFF2-40B4-BE49-F238E27FC236}">
                <a16:creationId xmlns:a16="http://schemas.microsoft.com/office/drawing/2014/main" id="{00327223-CF88-A3FD-E8DF-370D7C19B1B6}"/>
              </a:ext>
            </a:extLst>
          </p:cNvPr>
          <p:cNvSpPr>
            <a:spLocks noGrp="1"/>
          </p:cNvSpPr>
          <p:nvPr>
            <p:ph idx="1"/>
          </p:nvPr>
        </p:nvSpPr>
        <p:spPr>
          <a:xfrm>
            <a:off x="4723613" y="3959529"/>
            <a:ext cx="7011183" cy="2369547"/>
          </a:xfrm>
        </p:spPr>
        <p:txBody>
          <a:bodyPr rtlCol="1"/>
          <a:lstStyle/>
          <a:p>
            <a:pPr lvl="0" rtl="1"/>
            <a:r>
              <a:rPr lang="he"/>
              <a:t>לחץ כדי לערוך סגנונות טקסט של תבנית בסיס</a:t>
            </a:r>
          </a:p>
          <a:p>
            <a:pPr lvl="1" rtl="1"/>
            <a:r>
              <a:rPr lang="he"/>
              <a:t>רמה שניה</a:t>
            </a:r>
          </a:p>
          <a:p>
            <a:pPr lvl="2" rtl="1"/>
            <a:r>
              <a:rPr lang="he"/>
              <a:t>רמה שלישית</a:t>
            </a:r>
          </a:p>
          <a:p>
            <a:pPr lvl="3" rtl="1"/>
            <a:r>
              <a:rPr lang="he"/>
              <a:t>רמה רביעית</a:t>
            </a:r>
          </a:p>
          <a:p>
            <a:pPr lvl="4" rtl="1"/>
            <a:r>
              <a:rPr lang="he"/>
              <a:t>רמה חמישית</a:t>
            </a:r>
            <a:endParaRPr lang="en-US" dirty="0"/>
          </a:p>
        </p:txBody>
      </p:sp>
      <p:sp>
        <p:nvSpPr>
          <p:cNvPr id="5" name="מציין מיקום של כותרת תחתונה 4">
            <a:extLst>
              <a:ext uri="{FF2B5EF4-FFF2-40B4-BE49-F238E27FC236}">
                <a16:creationId xmlns:a16="http://schemas.microsoft.com/office/drawing/2014/main" id="{A7E38D70-266E-0D00-4BB2-CEF20A35B76C}"/>
              </a:ext>
            </a:extLst>
          </p:cNvPr>
          <p:cNvSpPr>
            <a:spLocks noGrp="1"/>
          </p:cNvSpPr>
          <p:nvPr>
            <p:ph type="ftr" sz="quarter" idx="11"/>
          </p:nvPr>
        </p:nvSpPr>
        <p:spPr>
          <a:xfrm>
            <a:off x="457201" y="6445997"/>
            <a:ext cx="3543299" cy="365125"/>
          </a:xfrm>
        </p:spPr>
        <p:txBody>
          <a:bodyPr rtlCol="1"/>
          <a:lstStyle/>
          <a:p>
            <a:pPr rtl="1"/>
            <a:r>
              <a:rPr lang="he"/>
              <a:t>טקסט כותרת תחתונה לדוגמה</a:t>
            </a:r>
          </a:p>
        </p:txBody>
      </p:sp>
      <p:sp>
        <p:nvSpPr>
          <p:cNvPr id="4" name="מציין מיקום של תאריך 3">
            <a:extLst>
              <a:ext uri="{FF2B5EF4-FFF2-40B4-BE49-F238E27FC236}">
                <a16:creationId xmlns:a16="http://schemas.microsoft.com/office/drawing/2014/main" id="{ADC28223-FDFF-908F-158A-3401127BA5C7}"/>
              </a:ext>
            </a:extLst>
          </p:cNvPr>
          <p:cNvSpPr>
            <a:spLocks noGrp="1"/>
          </p:cNvSpPr>
          <p:nvPr>
            <p:ph type="dt" sz="half" idx="10"/>
          </p:nvPr>
        </p:nvSpPr>
        <p:spPr/>
        <p:txBody>
          <a:bodyPr rtlCol="1"/>
          <a:lstStyle/>
          <a:p>
            <a:pPr rtl="1"/>
            <a:r>
              <a:rPr lang="en-US"/>
              <a:t>11/08/2025</a:t>
            </a:r>
            <a:endParaRPr lang="en-US" dirty="0"/>
          </a:p>
        </p:txBody>
      </p:sp>
      <p:sp>
        <p:nvSpPr>
          <p:cNvPr id="6" name="מציין מיקום של מספר שקופית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rtlCol="1"/>
          <a:lstStyle/>
          <a:p>
            <a:pPr rtl="1"/>
            <a:fld id="{DDF60B60-82CA-4BB9-BA6E-A62FADF2374B}" type="slidenum">
              <a:rPr lang="en-US" smtClean="0"/>
              <a:t>‹#›</a:t>
            </a:fld>
            <a:endParaRPr lang="en-US" dirty="0"/>
          </a:p>
        </p:txBody>
      </p:sp>
      <p:cxnSp>
        <p:nvCxnSpPr>
          <p:cNvPr id="8" name="מחבר ישר 7">
            <a:extLst>
              <a:ext uri="{FF2B5EF4-FFF2-40B4-BE49-F238E27FC236}">
                <a16:creationId xmlns:a16="http://schemas.microsoft.com/office/drawing/2014/main" id="{2FF81FBD-8D67-B5E4-E22E-74E98EF89F80}"/>
              </a:ext>
            </a:extLst>
          </p:cNvPr>
          <p:cNvCxnSpPr>
            <a:cxnSpLocks/>
          </p:cNvCxnSpPr>
          <p:nvPr/>
        </p:nvCxnSpPr>
        <p:spPr>
          <a:xfrm>
            <a:off x="4290210" y="3648976"/>
            <a:ext cx="0" cy="3209024"/>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7" name="מחבר ישר 6">
            <a:extLst>
              <a:ext uri="{FF2B5EF4-FFF2-40B4-BE49-F238E27FC236}">
                <a16:creationId xmlns:a16="http://schemas.microsoft.com/office/drawing/2014/main" id="{78892870-1B48-2935-21E8-3BC6F474C661}"/>
              </a:ext>
            </a:extLst>
          </p:cNvPr>
          <p:cNvCxnSpPr>
            <a:cxnSpLocks/>
          </p:cNvCxnSpPr>
          <p:nvPr/>
        </p:nvCxnSpPr>
        <p:spPr>
          <a:xfrm flipH="1">
            <a:off x="-857" y="3654706"/>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431419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תוכן עם תמונה 13">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A58AB8C-6B7B-EBD3-4D71-F5150448D3B6}"/>
              </a:ext>
            </a:extLst>
          </p:cNvPr>
          <p:cNvSpPr>
            <a:spLocks noGrp="1"/>
          </p:cNvSpPr>
          <p:nvPr>
            <p:ph type="title"/>
          </p:nvPr>
        </p:nvSpPr>
        <p:spPr>
          <a:xfrm>
            <a:off x="457200" y="451413"/>
            <a:ext cx="3511296" cy="1645744"/>
          </a:xfrm>
        </p:spPr>
        <p:txBody>
          <a:bodyPr rtlCol="1" anchor="t"/>
          <a:lstStyle/>
          <a:p>
            <a:pPr rtl="1"/>
            <a:r>
              <a:rPr lang="he"/>
              <a:t>לחץ כדי לערוך סגנון כותרת של תבנית בסיס</a:t>
            </a:r>
            <a:endParaRPr lang="en-US" dirty="0"/>
          </a:p>
        </p:txBody>
      </p:sp>
      <p:sp>
        <p:nvSpPr>
          <p:cNvPr id="3" name="מציין מיקום תוכן 2">
            <a:extLst>
              <a:ext uri="{FF2B5EF4-FFF2-40B4-BE49-F238E27FC236}">
                <a16:creationId xmlns:a16="http://schemas.microsoft.com/office/drawing/2014/main" id="{00327223-CF88-A3FD-E8DF-370D7C19B1B6}"/>
              </a:ext>
            </a:extLst>
          </p:cNvPr>
          <p:cNvSpPr>
            <a:spLocks noGrp="1"/>
          </p:cNvSpPr>
          <p:nvPr>
            <p:ph idx="1"/>
          </p:nvPr>
        </p:nvSpPr>
        <p:spPr>
          <a:xfrm>
            <a:off x="4727448" y="451414"/>
            <a:ext cx="7013448" cy="2215178"/>
          </a:xfrm>
        </p:spPr>
        <p:txBody>
          <a:bodyPr rtlCol="1"/>
          <a:lstStyle/>
          <a:p>
            <a:pPr lvl="0" rtl="1"/>
            <a:r>
              <a:rPr lang="he"/>
              <a:t>לחץ כדי לערוך סגנונות טקסט של תבנית בסיס</a:t>
            </a:r>
          </a:p>
          <a:p>
            <a:pPr lvl="1" rtl="1"/>
            <a:r>
              <a:rPr lang="he"/>
              <a:t>רמה שניה</a:t>
            </a:r>
          </a:p>
          <a:p>
            <a:pPr lvl="2" rtl="1"/>
            <a:r>
              <a:rPr lang="he"/>
              <a:t>רמה שלישית</a:t>
            </a:r>
          </a:p>
          <a:p>
            <a:pPr lvl="3" rtl="1"/>
            <a:r>
              <a:rPr lang="he"/>
              <a:t>רמה רביעית</a:t>
            </a:r>
          </a:p>
          <a:p>
            <a:pPr lvl="4" rtl="1"/>
            <a:r>
              <a:rPr lang="he"/>
              <a:t>רמה חמישית</a:t>
            </a:r>
            <a:endParaRPr lang="en-US" dirty="0"/>
          </a:p>
        </p:txBody>
      </p:sp>
      <p:sp>
        <p:nvSpPr>
          <p:cNvPr id="5" name="מציין מיקום של כותרת תחתונה 4">
            <a:extLst>
              <a:ext uri="{FF2B5EF4-FFF2-40B4-BE49-F238E27FC236}">
                <a16:creationId xmlns:a16="http://schemas.microsoft.com/office/drawing/2014/main" id="{A7E38D70-266E-0D00-4BB2-CEF20A35B76C}"/>
              </a:ext>
            </a:extLst>
          </p:cNvPr>
          <p:cNvSpPr>
            <a:spLocks noGrp="1"/>
          </p:cNvSpPr>
          <p:nvPr>
            <p:ph type="ftr" sz="quarter" idx="11"/>
          </p:nvPr>
        </p:nvSpPr>
        <p:spPr>
          <a:xfrm>
            <a:off x="457201" y="2746159"/>
            <a:ext cx="3543299" cy="365125"/>
          </a:xfrm>
        </p:spPr>
        <p:txBody>
          <a:bodyPr rtlCol="1"/>
          <a:lstStyle/>
          <a:p>
            <a:pPr rtl="1"/>
            <a:r>
              <a:rPr lang="he"/>
              <a:t>טקסט כותרת תחתונה לדוגמה</a:t>
            </a:r>
          </a:p>
        </p:txBody>
      </p:sp>
      <p:sp>
        <p:nvSpPr>
          <p:cNvPr id="4" name="מציין מיקום של תאריך 3">
            <a:extLst>
              <a:ext uri="{FF2B5EF4-FFF2-40B4-BE49-F238E27FC236}">
                <a16:creationId xmlns:a16="http://schemas.microsoft.com/office/drawing/2014/main" id="{ADC28223-FDFF-908F-158A-3401127BA5C7}"/>
              </a:ext>
            </a:extLst>
          </p:cNvPr>
          <p:cNvSpPr>
            <a:spLocks noGrp="1"/>
          </p:cNvSpPr>
          <p:nvPr>
            <p:ph type="dt" sz="half" idx="10"/>
          </p:nvPr>
        </p:nvSpPr>
        <p:spPr>
          <a:xfrm>
            <a:off x="9737594" y="2746159"/>
            <a:ext cx="1842115" cy="365125"/>
          </a:xfrm>
        </p:spPr>
        <p:txBody>
          <a:bodyPr rtlCol="1"/>
          <a:lstStyle/>
          <a:p>
            <a:pPr rtl="1"/>
            <a:r>
              <a:rPr lang="en-US"/>
              <a:t>11/08/2025</a:t>
            </a:r>
            <a:endParaRPr lang="en-US" dirty="0"/>
          </a:p>
        </p:txBody>
      </p:sp>
      <p:sp>
        <p:nvSpPr>
          <p:cNvPr id="6" name="מציין מיקום של מספר שקופית 5">
            <a:extLst>
              <a:ext uri="{FF2B5EF4-FFF2-40B4-BE49-F238E27FC236}">
                <a16:creationId xmlns:a16="http://schemas.microsoft.com/office/drawing/2014/main" id="{9A1F0CF0-00B7-2F2A-2E49-88AB87A201E2}"/>
              </a:ext>
            </a:extLst>
          </p:cNvPr>
          <p:cNvSpPr>
            <a:spLocks noGrp="1"/>
          </p:cNvSpPr>
          <p:nvPr>
            <p:ph type="sldNum" sz="quarter" idx="12"/>
          </p:nvPr>
        </p:nvSpPr>
        <p:spPr>
          <a:xfrm>
            <a:off x="11734800" y="2746159"/>
            <a:ext cx="457200" cy="365125"/>
          </a:xfrm>
        </p:spPr>
        <p:txBody>
          <a:bodyPr rtlCol="1"/>
          <a:lstStyle/>
          <a:p>
            <a:pPr rtl="1"/>
            <a:fld id="{DDF60B60-82CA-4BB9-BA6E-A62FADF2374B}" type="slidenum">
              <a:rPr lang="en-US" smtClean="0"/>
              <a:t>‹#›</a:t>
            </a:fld>
            <a:endParaRPr lang="en-US" dirty="0"/>
          </a:p>
        </p:txBody>
      </p:sp>
      <p:sp>
        <p:nvSpPr>
          <p:cNvPr id="15" name="מציין מיקום של תמונה 14">
            <a:extLst>
              <a:ext uri="{FF2B5EF4-FFF2-40B4-BE49-F238E27FC236}">
                <a16:creationId xmlns:a16="http://schemas.microsoft.com/office/drawing/2014/main" id="{3B441162-7125-E1E0-1B82-FCC1AB84227E}"/>
              </a:ext>
            </a:extLst>
          </p:cNvPr>
          <p:cNvSpPr>
            <a:spLocks noGrp="1"/>
          </p:cNvSpPr>
          <p:nvPr>
            <p:ph type="pic" sz="quarter" idx="13" hasCustomPrompt="1"/>
          </p:nvPr>
        </p:nvSpPr>
        <p:spPr>
          <a:xfrm>
            <a:off x="0" y="3182112"/>
            <a:ext cx="12191143" cy="3675888"/>
          </a:xfrm>
          <a:blipFill dpi="0" rotWithShape="1">
            <a:blip r:embed="rId2">
              <a:alphaModFix amt="80000"/>
            </a:blip>
            <a:srcRect/>
            <a:stretch>
              <a:fillRect/>
            </a:stretch>
          </a:blipFill>
        </p:spPr>
        <p:txBody>
          <a:bodyPr rtlCol="1"/>
          <a:lstStyle>
            <a:lvl1pPr marL="0" indent="0" algn="r" rtl="1">
              <a:buNone/>
              <a:defRPr/>
            </a:lvl1pPr>
          </a:lstStyle>
          <a:p>
            <a:pPr rtl="1"/>
            <a:r>
              <a:rPr lang="he"/>
              <a:t> </a:t>
            </a:r>
          </a:p>
        </p:txBody>
      </p:sp>
      <p:cxnSp>
        <p:nvCxnSpPr>
          <p:cNvPr id="7" name="מחבר ישר 6">
            <a:extLst>
              <a:ext uri="{FF2B5EF4-FFF2-40B4-BE49-F238E27FC236}">
                <a16:creationId xmlns:a16="http://schemas.microsoft.com/office/drawing/2014/main" id="{78892870-1B48-2935-21E8-3BC6F474C661}"/>
              </a:ext>
            </a:extLst>
          </p:cNvPr>
          <p:cNvCxnSpPr>
            <a:cxnSpLocks/>
          </p:cNvCxnSpPr>
          <p:nvPr/>
        </p:nvCxnSpPr>
        <p:spPr>
          <a:xfrm flipH="1">
            <a:off x="-857" y="3174990"/>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מחבר ישר 7">
            <a:extLst>
              <a:ext uri="{FF2B5EF4-FFF2-40B4-BE49-F238E27FC236}">
                <a16:creationId xmlns:a16="http://schemas.microsoft.com/office/drawing/2014/main" id="{12E0C665-CD78-E346-994A-0AC535ACCC98}"/>
              </a:ext>
            </a:extLst>
          </p:cNvPr>
          <p:cNvCxnSpPr>
            <a:cxnSpLocks/>
          </p:cNvCxnSpPr>
          <p:nvPr/>
        </p:nvCxnSpPr>
        <p:spPr>
          <a:xfrm>
            <a:off x="4288536" y="0"/>
            <a:ext cx="0" cy="3182112"/>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040211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תוכן עם תמונה 14">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A58AB8C-6B7B-EBD3-4D71-F5150448D3B6}"/>
              </a:ext>
            </a:extLst>
          </p:cNvPr>
          <p:cNvSpPr>
            <a:spLocks noGrp="1"/>
          </p:cNvSpPr>
          <p:nvPr>
            <p:ph type="title"/>
          </p:nvPr>
        </p:nvSpPr>
        <p:spPr>
          <a:xfrm>
            <a:off x="457199" y="681037"/>
            <a:ext cx="11277596" cy="1009652"/>
          </a:xfrm>
        </p:spPr>
        <p:txBody>
          <a:bodyPr rtlCol="1" anchor="ctr"/>
          <a:lstStyle/>
          <a:p>
            <a:pPr rtl="1"/>
            <a:r>
              <a:rPr lang="he"/>
              <a:t>לחץ כדי לערוך סגנון כותרת של תבנית בסיס</a:t>
            </a:r>
            <a:endParaRPr lang="en-US" dirty="0"/>
          </a:p>
        </p:txBody>
      </p:sp>
      <p:sp>
        <p:nvSpPr>
          <p:cNvPr id="3" name="מציין מיקום תוכן 2">
            <a:extLst>
              <a:ext uri="{FF2B5EF4-FFF2-40B4-BE49-F238E27FC236}">
                <a16:creationId xmlns:a16="http://schemas.microsoft.com/office/drawing/2014/main" id="{00327223-CF88-A3FD-E8DF-370D7C19B1B6}"/>
              </a:ext>
            </a:extLst>
          </p:cNvPr>
          <p:cNvSpPr>
            <a:spLocks noGrp="1"/>
          </p:cNvSpPr>
          <p:nvPr>
            <p:ph idx="1"/>
          </p:nvPr>
        </p:nvSpPr>
        <p:spPr>
          <a:xfrm>
            <a:off x="457201" y="2098467"/>
            <a:ext cx="4415882" cy="4078495"/>
          </a:xfrm>
        </p:spPr>
        <p:txBody>
          <a:bodyPr rtlCol="1"/>
          <a:lstStyle/>
          <a:p>
            <a:pPr lvl="0" rtl="1"/>
            <a:r>
              <a:rPr lang="he"/>
              <a:t>לחץ כדי לערוך סגנונות טקסט של תבנית בסיס</a:t>
            </a:r>
          </a:p>
          <a:p>
            <a:pPr lvl="1" rtl="1"/>
            <a:r>
              <a:rPr lang="he"/>
              <a:t>רמה שניה</a:t>
            </a:r>
          </a:p>
          <a:p>
            <a:pPr lvl="2" rtl="1"/>
            <a:r>
              <a:rPr lang="he"/>
              <a:t>רמה שלישית</a:t>
            </a:r>
          </a:p>
          <a:p>
            <a:pPr lvl="3" rtl="1"/>
            <a:r>
              <a:rPr lang="he"/>
              <a:t>רמה רביעית</a:t>
            </a:r>
          </a:p>
          <a:p>
            <a:pPr lvl="4" rtl="1"/>
            <a:r>
              <a:rPr lang="he"/>
              <a:t>רמה חמישית</a:t>
            </a:r>
            <a:endParaRPr lang="en-US" dirty="0"/>
          </a:p>
        </p:txBody>
      </p:sp>
      <p:sp>
        <p:nvSpPr>
          <p:cNvPr id="19" name="מציין מיקום של תמונה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5332581" y="1829880"/>
            <a:ext cx="6863265" cy="4566088"/>
          </a:xfrm>
          <a:blipFill dpi="0" rotWithShape="1">
            <a:blip r:embed="rId2">
              <a:alphaModFix amt="80000"/>
            </a:blip>
            <a:srcRect/>
            <a:stretch>
              <a:fillRect/>
            </a:stretch>
          </a:blipFill>
        </p:spPr>
        <p:txBody>
          <a:bodyPr rtlCol="1"/>
          <a:lstStyle>
            <a:lvl1pPr marL="0" indent="0" algn="r" rtl="1">
              <a:buNone/>
              <a:defRPr/>
            </a:lvl1pPr>
          </a:lstStyle>
          <a:p>
            <a:pPr rtl="1"/>
            <a:r>
              <a:rPr lang="he"/>
              <a:t> </a:t>
            </a:r>
          </a:p>
        </p:txBody>
      </p:sp>
      <p:sp>
        <p:nvSpPr>
          <p:cNvPr id="5" name="מציין מיקום של כותרת תחתונה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rtlCol="1"/>
          <a:lstStyle/>
          <a:p>
            <a:pPr rtl="1"/>
            <a:r>
              <a:rPr lang="he"/>
              <a:t>טקסט כותרת תחתונה לדוגמה</a:t>
            </a:r>
          </a:p>
        </p:txBody>
      </p:sp>
      <p:sp>
        <p:nvSpPr>
          <p:cNvPr id="4" name="מציין מיקום של תאריך 3">
            <a:extLst>
              <a:ext uri="{FF2B5EF4-FFF2-40B4-BE49-F238E27FC236}">
                <a16:creationId xmlns:a16="http://schemas.microsoft.com/office/drawing/2014/main" id="{ADC28223-FDFF-908F-158A-3401127BA5C7}"/>
              </a:ext>
            </a:extLst>
          </p:cNvPr>
          <p:cNvSpPr>
            <a:spLocks noGrp="1"/>
          </p:cNvSpPr>
          <p:nvPr>
            <p:ph type="dt" sz="half" idx="10"/>
          </p:nvPr>
        </p:nvSpPr>
        <p:spPr/>
        <p:txBody>
          <a:bodyPr rtlCol="1"/>
          <a:lstStyle/>
          <a:p>
            <a:pPr rtl="1"/>
            <a:r>
              <a:rPr lang="en-US"/>
              <a:t>11/08/2025</a:t>
            </a:r>
            <a:endParaRPr lang="en-US" dirty="0"/>
          </a:p>
        </p:txBody>
      </p:sp>
      <p:sp>
        <p:nvSpPr>
          <p:cNvPr id="6" name="מציין מיקום של מספר שקופית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rtlCol="1"/>
          <a:lstStyle/>
          <a:p>
            <a:pPr rtl="1"/>
            <a:fld id="{DDF60B60-82CA-4BB9-BA6E-A62FADF2374B}" type="slidenum">
              <a:rPr lang="en-US" smtClean="0"/>
              <a:t>‹#›</a:t>
            </a:fld>
            <a:endParaRPr lang="en-US" dirty="0"/>
          </a:p>
        </p:txBody>
      </p:sp>
      <p:cxnSp>
        <p:nvCxnSpPr>
          <p:cNvPr id="14" name="מחבר ישר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מחבר ישר 14">
            <a:extLst>
              <a:ext uri="{FF2B5EF4-FFF2-40B4-BE49-F238E27FC236}">
                <a16:creationId xmlns:a16="http://schemas.microsoft.com/office/drawing/2014/main" id="{A254AC9C-312D-B8D1-5D04-C0CE07B464DB}"/>
              </a:ext>
            </a:extLst>
          </p:cNvPr>
          <p:cNvCxnSpPr>
            <a:cxnSpLocks/>
          </p:cNvCxnSpPr>
          <p:nvPr/>
        </p:nvCxnSpPr>
        <p:spPr>
          <a:xfrm>
            <a:off x="5326714" y="1825625"/>
            <a:ext cx="0" cy="5032375"/>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מחבר ישר 8">
            <a:extLst>
              <a:ext uri="{FF2B5EF4-FFF2-40B4-BE49-F238E27FC236}">
                <a16:creationId xmlns:a16="http://schemas.microsoft.com/office/drawing/2014/main" id="{0F4F50A3-1136-13EC-E499-F6DDCBFE375F}"/>
              </a:ext>
            </a:extLst>
          </p:cNvPr>
          <p:cNvCxnSpPr>
            <a:cxnSpLocks/>
          </p:cNvCxnSpPr>
          <p:nvPr/>
        </p:nvCxnSpPr>
        <p:spPr>
          <a:xfrm flipH="1">
            <a:off x="0" y="1825625"/>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מחבר ישר 9">
            <a:extLst>
              <a:ext uri="{FF2B5EF4-FFF2-40B4-BE49-F238E27FC236}">
                <a16:creationId xmlns:a16="http://schemas.microsoft.com/office/drawing/2014/main" id="{A39AB141-EFC4-A843-71E7-C52C8709BA26}"/>
              </a:ext>
            </a:extLst>
          </p:cNvPr>
          <p:cNvCxnSpPr>
            <a:cxnSpLocks/>
          </p:cNvCxnSpPr>
          <p:nvPr/>
        </p:nvCxnSpPr>
        <p:spPr>
          <a:xfrm flipH="1">
            <a:off x="0" y="459932"/>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3936848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תוכן עם תמונה 15">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A58AB8C-6B7B-EBD3-4D71-F5150448D3B6}"/>
              </a:ext>
            </a:extLst>
          </p:cNvPr>
          <p:cNvSpPr>
            <a:spLocks noGrp="1"/>
          </p:cNvSpPr>
          <p:nvPr>
            <p:ph type="title"/>
          </p:nvPr>
        </p:nvSpPr>
        <p:spPr>
          <a:xfrm>
            <a:off x="457199" y="681037"/>
            <a:ext cx="11277595" cy="1009652"/>
          </a:xfrm>
        </p:spPr>
        <p:txBody>
          <a:bodyPr rtlCol="1" anchor="ctr"/>
          <a:lstStyle/>
          <a:p>
            <a:pPr rtl="1"/>
            <a:r>
              <a:rPr lang="he"/>
              <a:t>לחץ כדי לערוך סגנון כותרת של תבנית בסיס</a:t>
            </a:r>
            <a:endParaRPr lang="en-US" dirty="0"/>
          </a:p>
        </p:txBody>
      </p:sp>
      <p:sp>
        <p:nvSpPr>
          <p:cNvPr id="3" name="מציין מיקום תוכן 2">
            <a:extLst>
              <a:ext uri="{FF2B5EF4-FFF2-40B4-BE49-F238E27FC236}">
                <a16:creationId xmlns:a16="http://schemas.microsoft.com/office/drawing/2014/main" id="{00327223-CF88-A3FD-E8DF-370D7C19B1B6}"/>
              </a:ext>
            </a:extLst>
          </p:cNvPr>
          <p:cNvSpPr>
            <a:spLocks noGrp="1"/>
          </p:cNvSpPr>
          <p:nvPr>
            <p:ph idx="1"/>
          </p:nvPr>
        </p:nvSpPr>
        <p:spPr>
          <a:xfrm>
            <a:off x="457200" y="2098467"/>
            <a:ext cx="6802582" cy="4032504"/>
          </a:xfrm>
        </p:spPr>
        <p:txBody>
          <a:bodyPr rtlCol="1"/>
          <a:lstStyle/>
          <a:p>
            <a:pPr lvl="0" rtl="1"/>
            <a:r>
              <a:rPr lang="he"/>
              <a:t>לחץ כדי לערוך סגנונות טקסט של תבנית בסיס</a:t>
            </a:r>
          </a:p>
          <a:p>
            <a:pPr lvl="1" rtl="1"/>
            <a:r>
              <a:rPr lang="he"/>
              <a:t>רמה שניה</a:t>
            </a:r>
          </a:p>
          <a:p>
            <a:pPr lvl="2" rtl="1"/>
            <a:r>
              <a:rPr lang="he"/>
              <a:t>רמה שלישית</a:t>
            </a:r>
          </a:p>
          <a:p>
            <a:pPr lvl="3" rtl="1"/>
            <a:r>
              <a:rPr lang="he"/>
              <a:t>רמה רביעית</a:t>
            </a:r>
          </a:p>
          <a:p>
            <a:pPr lvl="4" rtl="1"/>
            <a:r>
              <a:rPr lang="he"/>
              <a:t>רמה חמישית</a:t>
            </a:r>
            <a:endParaRPr lang="en-US" dirty="0"/>
          </a:p>
        </p:txBody>
      </p:sp>
      <p:sp>
        <p:nvSpPr>
          <p:cNvPr id="19" name="מציין מיקום של תמונה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7756147" y="1829880"/>
            <a:ext cx="4441796" cy="4566088"/>
          </a:xfrm>
          <a:blipFill dpi="0" rotWithShape="1">
            <a:blip r:embed="rId2">
              <a:alphaModFix amt="80000"/>
            </a:blip>
            <a:srcRect/>
            <a:stretch>
              <a:fillRect/>
            </a:stretch>
          </a:blipFill>
        </p:spPr>
        <p:txBody>
          <a:bodyPr rtlCol="1"/>
          <a:lstStyle>
            <a:lvl1pPr marL="0" indent="0" algn="r" rtl="1">
              <a:buNone/>
              <a:defRPr/>
            </a:lvl1pPr>
          </a:lstStyle>
          <a:p>
            <a:pPr rtl="1"/>
            <a:r>
              <a:rPr lang="he"/>
              <a:t> </a:t>
            </a:r>
          </a:p>
        </p:txBody>
      </p:sp>
      <p:sp>
        <p:nvSpPr>
          <p:cNvPr id="5" name="מציין מיקום של כותרת תחתונה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rtlCol="1"/>
          <a:lstStyle/>
          <a:p>
            <a:pPr rtl="1"/>
            <a:r>
              <a:rPr lang="he"/>
              <a:t>טקסט כותרת תחתונה לדוגמה</a:t>
            </a:r>
          </a:p>
        </p:txBody>
      </p:sp>
      <p:sp>
        <p:nvSpPr>
          <p:cNvPr id="4" name="מציין מיקום של תאריך 3">
            <a:extLst>
              <a:ext uri="{FF2B5EF4-FFF2-40B4-BE49-F238E27FC236}">
                <a16:creationId xmlns:a16="http://schemas.microsoft.com/office/drawing/2014/main" id="{ADC28223-FDFF-908F-158A-3401127BA5C7}"/>
              </a:ext>
            </a:extLst>
          </p:cNvPr>
          <p:cNvSpPr>
            <a:spLocks noGrp="1"/>
          </p:cNvSpPr>
          <p:nvPr>
            <p:ph type="dt" sz="half" idx="10"/>
          </p:nvPr>
        </p:nvSpPr>
        <p:spPr/>
        <p:txBody>
          <a:bodyPr rtlCol="1"/>
          <a:lstStyle/>
          <a:p>
            <a:pPr rtl="1"/>
            <a:r>
              <a:rPr lang="en-US"/>
              <a:t>11/08/2025</a:t>
            </a:r>
            <a:endParaRPr lang="en-US" dirty="0"/>
          </a:p>
        </p:txBody>
      </p:sp>
      <p:sp>
        <p:nvSpPr>
          <p:cNvPr id="6" name="מציין מיקום של מספר שקופית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rtlCol="1"/>
          <a:lstStyle/>
          <a:p>
            <a:pPr rtl="1"/>
            <a:fld id="{DDF60B60-82CA-4BB9-BA6E-A62FADF2374B}" type="slidenum">
              <a:rPr lang="en-US" smtClean="0"/>
              <a:t>‹#›</a:t>
            </a:fld>
            <a:endParaRPr lang="en-US" dirty="0"/>
          </a:p>
        </p:txBody>
      </p:sp>
      <p:cxnSp>
        <p:nvCxnSpPr>
          <p:cNvPr id="14" name="מחבר ישר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מחבר ישר 14">
            <a:extLst>
              <a:ext uri="{FF2B5EF4-FFF2-40B4-BE49-F238E27FC236}">
                <a16:creationId xmlns:a16="http://schemas.microsoft.com/office/drawing/2014/main" id="{A254AC9C-312D-B8D1-5D04-C0CE07B464DB}"/>
              </a:ext>
            </a:extLst>
          </p:cNvPr>
          <p:cNvCxnSpPr>
            <a:cxnSpLocks/>
          </p:cNvCxnSpPr>
          <p:nvPr/>
        </p:nvCxnSpPr>
        <p:spPr>
          <a:xfrm>
            <a:off x="7750205" y="1825625"/>
            <a:ext cx="0" cy="5032375"/>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מחבר ישר 8">
            <a:extLst>
              <a:ext uri="{FF2B5EF4-FFF2-40B4-BE49-F238E27FC236}">
                <a16:creationId xmlns:a16="http://schemas.microsoft.com/office/drawing/2014/main" id="{0F4F50A3-1136-13EC-E499-F6DDCBFE375F}"/>
              </a:ext>
            </a:extLst>
          </p:cNvPr>
          <p:cNvCxnSpPr>
            <a:cxnSpLocks/>
          </p:cNvCxnSpPr>
          <p:nvPr/>
        </p:nvCxnSpPr>
        <p:spPr>
          <a:xfrm flipH="1">
            <a:off x="0" y="1825625"/>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מחבר ישר 9">
            <a:extLst>
              <a:ext uri="{FF2B5EF4-FFF2-40B4-BE49-F238E27FC236}">
                <a16:creationId xmlns:a16="http://schemas.microsoft.com/office/drawing/2014/main" id="{A39AB141-EFC4-A843-71E7-C52C8709BA26}"/>
              </a:ext>
            </a:extLst>
          </p:cNvPr>
          <p:cNvCxnSpPr>
            <a:cxnSpLocks/>
          </p:cNvCxnSpPr>
          <p:nvPr/>
        </p:nvCxnSpPr>
        <p:spPr>
          <a:xfrm flipH="1">
            <a:off x="0" y="459932"/>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781639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תוכן עם תמונה 16">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A58AB8C-6B7B-EBD3-4D71-F5150448D3B6}"/>
              </a:ext>
            </a:extLst>
          </p:cNvPr>
          <p:cNvSpPr>
            <a:spLocks noGrp="1"/>
          </p:cNvSpPr>
          <p:nvPr>
            <p:ph type="title"/>
          </p:nvPr>
        </p:nvSpPr>
        <p:spPr>
          <a:xfrm>
            <a:off x="457199" y="377072"/>
            <a:ext cx="4958078" cy="1225485"/>
          </a:xfrm>
        </p:spPr>
        <p:txBody>
          <a:bodyPr rtlCol="1" anchor="t"/>
          <a:lstStyle/>
          <a:p>
            <a:pPr rtl="1"/>
            <a:r>
              <a:rPr lang="he"/>
              <a:t>לחץ כדי לערוך סגנון כותרת של תבנית בסיס</a:t>
            </a:r>
            <a:endParaRPr lang="en-US" dirty="0"/>
          </a:p>
        </p:txBody>
      </p:sp>
      <p:sp>
        <p:nvSpPr>
          <p:cNvPr id="19" name="מציין מיקום של תמונה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0" y="1842182"/>
            <a:ext cx="5758172" cy="4546457"/>
          </a:xfrm>
          <a:blipFill dpi="0" rotWithShape="1">
            <a:blip r:embed="rId2">
              <a:alphaModFix amt="80000"/>
            </a:blip>
            <a:srcRect/>
            <a:stretch>
              <a:fillRect/>
            </a:stretch>
          </a:blipFill>
        </p:spPr>
        <p:txBody>
          <a:bodyPr rtlCol="1"/>
          <a:lstStyle>
            <a:lvl1pPr marL="0" indent="0" algn="r" rtl="1">
              <a:buNone/>
              <a:defRPr/>
            </a:lvl1pPr>
          </a:lstStyle>
          <a:p>
            <a:pPr rtl="1"/>
            <a:r>
              <a:rPr lang="he"/>
              <a:t> </a:t>
            </a:r>
          </a:p>
        </p:txBody>
      </p:sp>
      <p:sp>
        <p:nvSpPr>
          <p:cNvPr id="3" name="מציין מיקום תוכן 2">
            <a:extLst>
              <a:ext uri="{FF2B5EF4-FFF2-40B4-BE49-F238E27FC236}">
                <a16:creationId xmlns:a16="http://schemas.microsoft.com/office/drawing/2014/main" id="{00327223-CF88-A3FD-E8DF-370D7C19B1B6}"/>
              </a:ext>
            </a:extLst>
          </p:cNvPr>
          <p:cNvSpPr>
            <a:spLocks noGrp="1"/>
          </p:cNvSpPr>
          <p:nvPr>
            <p:ph idx="1"/>
          </p:nvPr>
        </p:nvSpPr>
        <p:spPr>
          <a:xfrm>
            <a:off x="6176142" y="377072"/>
            <a:ext cx="5558655" cy="5797484"/>
          </a:xfrm>
        </p:spPr>
        <p:txBody>
          <a:bodyPr rtlCol="1"/>
          <a:lstStyle/>
          <a:p>
            <a:pPr lvl="0" rtl="1"/>
            <a:r>
              <a:rPr lang="he"/>
              <a:t>לחץ כדי לערוך סגנונות טקסט של תבנית בסיס</a:t>
            </a:r>
          </a:p>
          <a:p>
            <a:pPr lvl="1" rtl="1"/>
            <a:r>
              <a:rPr lang="he"/>
              <a:t>רמה שניה</a:t>
            </a:r>
          </a:p>
          <a:p>
            <a:pPr lvl="2" rtl="1"/>
            <a:r>
              <a:rPr lang="he"/>
              <a:t>רמה שלישית</a:t>
            </a:r>
          </a:p>
          <a:p>
            <a:pPr lvl="3" rtl="1"/>
            <a:r>
              <a:rPr lang="he"/>
              <a:t>רמה רביעית</a:t>
            </a:r>
          </a:p>
          <a:p>
            <a:pPr lvl="4" rtl="1"/>
            <a:r>
              <a:rPr lang="he"/>
              <a:t>רמה חמישית</a:t>
            </a:r>
            <a:endParaRPr lang="en-US" dirty="0"/>
          </a:p>
        </p:txBody>
      </p:sp>
      <p:sp>
        <p:nvSpPr>
          <p:cNvPr id="5" name="מציין מיקום של כותרת תחתונה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rtlCol="1"/>
          <a:lstStyle/>
          <a:p>
            <a:pPr rtl="1"/>
            <a:r>
              <a:rPr lang="he"/>
              <a:t>טקסט כותרת תחתונה לדוגמה</a:t>
            </a:r>
          </a:p>
        </p:txBody>
      </p:sp>
      <p:sp>
        <p:nvSpPr>
          <p:cNvPr id="4" name="מציין מיקום של תאריך 3">
            <a:extLst>
              <a:ext uri="{FF2B5EF4-FFF2-40B4-BE49-F238E27FC236}">
                <a16:creationId xmlns:a16="http://schemas.microsoft.com/office/drawing/2014/main" id="{ADC28223-FDFF-908F-158A-3401127BA5C7}"/>
              </a:ext>
            </a:extLst>
          </p:cNvPr>
          <p:cNvSpPr>
            <a:spLocks noGrp="1"/>
          </p:cNvSpPr>
          <p:nvPr>
            <p:ph type="dt" sz="half" idx="10"/>
          </p:nvPr>
        </p:nvSpPr>
        <p:spPr/>
        <p:txBody>
          <a:bodyPr rtlCol="1"/>
          <a:lstStyle/>
          <a:p>
            <a:pPr rtl="1"/>
            <a:r>
              <a:rPr lang="en-US"/>
              <a:t>11/08/2025</a:t>
            </a:r>
            <a:endParaRPr lang="en-US" dirty="0"/>
          </a:p>
        </p:txBody>
      </p:sp>
      <p:sp>
        <p:nvSpPr>
          <p:cNvPr id="6" name="מציין מיקום של מספר שקופית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rtlCol="1"/>
          <a:lstStyle/>
          <a:p>
            <a:pPr rtl="1"/>
            <a:fld id="{DDF60B60-82CA-4BB9-BA6E-A62FADF2374B}" type="slidenum">
              <a:rPr lang="en-US" smtClean="0"/>
              <a:t>‹#›</a:t>
            </a:fld>
            <a:endParaRPr lang="en-US" dirty="0"/>
          </a:p>
        </p:txBody>
      </p:sp>
      <p:cxnSp>
        <p:nvCxnSpPr>
          <p:cNvPr id="14" name="מחבר ישר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7" name="מחבר ישר 6">
            <a:extLst>
              <a:ext uri="{FF2B5EF4-FFF2-40B4-BE49-F238E27FC236}">
                <a16:creationId xmlns:a16="http://schemas.microsoft.com/office/drawing/2014/main" id="{B57362BC-3CD1-D6F5-CB9B-B2AAD7EAD176}"/>
              </a:ext>
            </a:extLst>
          </p:cNvPr>
          <p:cNvCxnSpPr>
            <a:cxnSpLocks/>
          </p:cNvCxnSpPr>
          <p:nvPr/>
        </p:nvCxnSpPr>
        <p:spPr>
          <a:xfrm>
            <a:off x="5758174"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מחבר ישר 8">
            <a:extLst>
              <a:ext uri="{FF2B5EF4-FFF2-40B4-BE49-F238E27FC236}">
                <a16:creationId xmlns:a16="http://schemas.microsoft.com/office/drawing/2014/main" id="{0F4F50A3-1136-13EC-E499-F6DDCBFE375F}"/>
              </a:ext>
            </a:extLst>
          </p:cNvPr>
          <p:cNvCxnSpPr>
            <a:cxnSpLocks/>
          </p:cNvCxnSpPr>
          <p:nvPr/>
        </p:nvCxnSpPr>
        <p:spPr>
          <a:xfrm flipH="1">
            <a:off x="0" y="1842182"/>
            <a:ext cx="5758174"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495954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תוכן עם תמונה 17">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A58AB8C-6B7B-EBD3-4D71-F5150448D3B6}"/>
              </a:ext>
            </a:extLst>
          </p:cNvPr>
          <p:cNvSpPr>
            <a:spLocks noGrp="1"/>
          </p:cNvSpPr>
          <p:nvPr>
            <p:ph type="title"/>
          </p:nvPr>
        </p:nvSpPr>
        <p:spPr>
          <a:xfrm>
            <a:off x="457200" y="377072"/>
            <a:ext cx="4000500" cy="1225485"/>
          </a:xfrm>
        </p:spPr>
        <p:txBody>
          <a:bodyPr rtlCol="1" anchor="t"/>
          <a:lstStyle/>
          <a:p>
            <a:pPr rtl="1"/>
            <a:r>
              <a:rPr lang="he"/>
              <a:t>לחץ כדי לערוך סגנון כותרת של תבנית בסיס</a:t>
            </a:r>
            <a:endParaRPr lang="en-US" dirty="0"/>
          </a:p>
        </p:txBody>
      </p:sp>
      <p:sp>
        <p:nvSpPr>
          <p:cNvPr id="19" name="מציין מיקום של תמונה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0" y="1847087"/>
            <a:ext cx="4922517" cy="4544568"/>
          </a:xfrm>
          <a:blipFill dpi="0" rotWithShape="1">
            <a:blip r:embed="rId2">
              <a:alphaModFix amt="80000"/>
            </a:blip>
            <a:srcRect/>
            <a:stretch>
              <a:fillRect/>
            </a:stretch>
          </a:blipFill>
        </p:spPr>
        <p:txBody>
          <a:bodyPr rtlCol="1"/>
          <a:lstStyle>
            <a:lvl1pPr marL="0" indent="0" algn="r" rtl="1">
              <a:buNone/>
              <a:defRPr/>
            </a:lvl1pPr>
          </a:lstStyle>
          <a:p>
            <a:pPr rtl="1"/>
            <a:r>
              <a:rPr lang="he"/>
              <a:t> </a:t>
            </a:r>
          </a:p>
        </p:txBody>
      </p:sp>
      <p:sp>
        <p:nvSpPr>
          <p:cNvPr id="3" name="מציין מיקום תוכן 2">
            <a:extLst>
              <a:ext uri="{FF2B5EF4-FFF2-40B4-BE49-F238E27FC236}">
                <a16:creationId xmlns:a16="http://schemas.microsoft.com/office/drawing/2014/main" id="{00327223-CF88-A3FD-E8DF-370D7C19B1B6}"/>
              </a:ext>
            </a:extLst>
          </p:cNvPr>
          <p:cNvSpPr>
            <a:spLocks noGrp="1"/>
          </p:cNvSpPr>
          <p:nvPr>
            <p:ph idx="1"/>
          </p:nvPr>
        </p:nvSpPr>
        <p:spPr>
          <a:xfrm>
            <a:off x="5438534" y="377072"/>
            <a:ext cx="6141175" cy="5797484"/>
          </a:xfrm>
        </p:spPr>
        <p:txBody>
          <a:bodyPr rtlCol="1"/>
          <a:lstStyle/>
          <a:p>
            <a:pPr lvl="0" rtl="1"/>
            <a:r>
              <a:rPr lang="he"/>
              <a:t>לחץ כדי לערוך סגנונות טקסט של תבנית בסיס</a:t>
            </a:r>
          </a:p>
          <a:p>
            <a:pPr lvl="1" rtl="1"/>
            <a:r>
              <a:rPr lang="he"/>
              <a:t>רמה שניה</a:t>
            </a:r>
          </a:p>
          <a:p>
            <a:pPr lvl="2" rtl="1"/>
            <a:r>
              <a:rPr lang="he"/>
              <a:t>רמה שלישית</a:t>
            </a:r>
          </a:p>
          <a:p>
            <a:pPr lvl="3" rtl="1"/>
            <a:r>
              <a:rPr lang="he"/>
              <a:t>רמה רביעית</a:t>
            </a:r>
          </a:p>
          <a:p>
            <a:pPr lvl="4" rtl="1"/>
            <a:r>
              <a:rPr lang="he"/>
              <a:t>רמה חמישית</a:t>
            </a:r>
            <a:endParaRPr lang="en-US" dirty="0"/>
          </a:p>
        </p:txBody>
      </p:sp>
      <p:sp>
        <p:nvSpPr>
          <p:cNvPr id="5" name="מציין מיקום של כותרת תחתונה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rtlCol="1"/>
          <a:lstStyle/>
          <a:p>
            <a:pPr rtl="1"/>
            <a:r>
              <a:rPr lang="he"/>
              <a:t>טקסט כותרת תחתונה לדוגמה</a:t>
            </a:r>
          </a:p>
        </p:txBody>
      </p:sp>
      <p:sp>
        <p:nvSpPr>
          <p:cNvPr id="4" name="מציין מיקום של תאריך 3">
            <a:extLst>
              <a:ext uri="{FF2B5EF4-FFF2-40B4-BE49-F238E27FC236}">
                <a16:creationId xmlns:a16="http://schemas.microsoft.com/office/drawing/2014/main" id="{ADC28223-FDFF-908F-158A-3401127BA5C7}"/>
              </a:ext>
            </a:extLst>
          </p:cNvPr>
          <p:cNvSpPr>
            <a:spLocks noGrp="1"/>
          </p:cNvSpPr>
          <p:nvPr>
            <p:ph type="dt" sz="half" idx="10"/>
          </p:nvPr>
        </p:nvSpPr>
        <p:spPr/>
        <p:txBody>
          <a:bodyPr rtlCol="1"/>
          <a:lstStyle/>
          <a:p>
            <a:pPr rtl="1"/>
            <a:r>
              <a:rPr lang="en-US"/>
              <a:t>11/08/2025</a:t>
            </a:r>
            <a:endParaRPr lang="en-US" dirty="0"/>
          </a:p>
        </p:txBody>
      </p:sp>
      <p:sp>
        <p:nvSpPr>
          <p:cNvPr id="6" name="מציין מיקום של מספר שקופית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rtlCol="1"/>
          <a:lstStyle/>
          <a:p>
            <a:pPr rtl="1"/>
            <a:fld id="{DDF60B60-82CA-4BB9-BA6E-A62FADF2374B}" type="slidenum">
              <a:rPr lang="en-US" smtClean="0"/>
              <a:t>‹#›</a:t>
            </a:fld>
            <a:endParaRPr lang="en-US" dirty="0"/>
          </a:p>
        </p:txBody>
      </p:sp>
      <p:cxnSp>
        <p:nvCxnSpPr>
          <p:cNvPr id="14" name="מחבר ישר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מחבר ישר 8">
            <a:extLst>
              <a:ext uri="{FF2B5EF4-FFF2-40B4-BE49-F238E27FC236}">
                <a16:creationId xmlns:a16="http://schemas.microsoft.com/office/drawing/2014/main" id="{0F4F50A3-1136-13EC-E499-F6DDCBFE375F}"/>
              </a:ext>
            </a:extLst>
          </p:cNvPr>
          <p:cNvCxnSpPr>
            <a:cxnSpLocks/>
          </p:cNvCxnSpPr>
          <p:nvPr/>
        </p:nvCxnSpPr>
        <p:spPr>
          <a:xfrm flipH="1">
            <a:off x="0" y="1849497"/>
            <a:ext cx="4648195"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7" name="מחבר ישר 6">
            <a:extLst>
              <a:ext uri="{FF2B5EF4-FFF2-40B4-BE49-F238E27FC236}">
                <a16:creationId xmlns:a16="http://schemas.microsoft.com/office/drawing/2014/main" id="{B57362BC-3CD1-D6F5-CB9B-B2AAD7EAD176}"/>
              </a:ext>
            </a:extLst>
          </p:cNvPr>
          <p:cNvCxnSpPr>
            <a:cxnSpLocks/>
          </p:cNvCxnSpPr>
          <p:nvPr/>
        </p:nvCxnSpPr>
        <p:spPr>
          <a:xfrm>
            <a:off x="4922519"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013573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תוכן עם תמונה 18">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A58AB8C-6B7B-EBD3-4D71-F5150448D3B6}"/>
              </a:ext>
            </a:extLst>
          </p:cNvPr>
          <p:cNvSpPr>
            <a:spLocks noGrp="1"/>
          </p:cNvSpPr>
          <p:nvPr>
            <p:ph type="title"/>
          </p:nvPr>
        </p:nvSpPr>
        <p:spPr>
          <a:xfrm>
            <a:off x="457201" y="4407360"/>
            <a:ext cx="3543299" cy="1732820"/>
          </a:xfrm>
        </p:spPr>
        <p:txBody>
          <a:bodyPr rtlCol="1" anchor="t"/>
          <a:lstStyle/>
          <a:p>
            <a:pPr rtl="1"/>
            <a:r>
              <a:rPr lang="he"/>
              <a:t>לחץ כדי לערוך סגנון כותרת של תבנית בסיס</a:t>
            </a:r>
            <a:endParaRPr lang="en-US" dirty="0"/>
          </a:p>
        </p:txBody>
      </p:sp>
      <p:sp>
        <p:nvSpPr>
          <p:cNvPr id="19" name="מציין מיקום של תמונה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1" y="466598"/>
            <a:ext cx="4460008" cy="3601433"/>
          </a:xfrm>
          <a:blipFill dpi="0" rotWithShape="1">
            <a:blip r:embed="rId2">
              <a:alphaModFix amt="80000"/>
            </a:blip>
            <a:srcRect/>
            <a:stretch>
              <a:fillRect/>
            </a:stretch>
          </a:blipFill>
        </p:spPr>
        <p:txBody>
          <a:bodyPr rtlCol="1"/>
          <a:lstStyle>
            <a:lvl1pPr marL="0" indent="0" algn="r" rtl="1">
              <a:buNone/>
              <a:defRPr/>
            </a:lvl1pPr>
          </a:lstStyle>
          <a:p>
            <a:pPr rtl="1"/>
            <a:r>
              <a:rPr lang="he"/>
              <a:t> </a:t>
            </a:r>
          </a:p>
        </p:txBody>
      </p:sp>
      <p:sp>
        <p:nvSpPr>
          <p:cNvPr id="3" name="מציין מיקום תוכן 2">
            <a:extLst>
              <a:ext uri="{FF2B5EF4-FFF2-40B4-BE49-F238E27FC236}">
                <a16:creationId xmlns:a16="http://schemas.microsoft.com/office/drawing/2014/main" id="{00327223-CF88-A3FD-E8DF-370D7C19B1B6}"/>
              </a:ext>
            </a:extLst>
          </p:cNvPr>
          <p:cNvSpPr>
            <a:spLocks noGrp="1"/>
          </p:cNvSpPr>
          <p:nvPr>
            <p:ph idx="1"/>
          </p:nvPr>
        </p:nvSpPr>
        <p:spPr>
          <a:xfrm>
            <a:off x="4892635" y="788704"/>
            <a:ext cx="6730614" cy="5385851"/>
          </a:xfrm>
        </p:spPr>
        <p:txBody>
          <a:bodyPr rtlCol="1"/>
          <a:lstStyle/>
          <a:p>
            <a:pPr lvl="0" rtl="1"/>
            <a:r>
              <a:rPr lang="he"/>
              <a:t>לחץ כדי לערוך סגנונות טקסט של תבנית בסיס</a:t>
            </a:r>
          </a:p>
          <a:p>
            <a:pPr lvl="1" rtl="1"/>
            <a:r>
              <a:rPr lang="he"/>
              <a:t>רמה שניה</a:t>
            </a:r>
          </a:p>
          <a:p>
            <a:pPr lvl="2" rtl="1"/>
            <a:r>
              <a:rPr lang="he"/>
              <a:t>רמה שלישית</a:t>
            </a:r>
          </a:p>
          <a:p>
            <a:pPr lvl="3" rtl="1"/>
            <a:r>
              <a:rPr lang="he"/>
              <a:t>רמה רביעית</a:t>
            </a:r>
          </a:p>
          <a:p>
            <a:pPr lvl="4" rtl="1"/>
            <a:r>
              <a:rPr lang="he"/>
              <a:t>רמה חמישית</a:t>
            </a:r>
            <a:endParaRPr lang="en-US" dirty="0"/>
          </a:p>
        </p:txBody>
      </p:sp>
      <p:sp>
        <p:nvSpPr>
          <p:cNvPr id="5" name="מציין מיקום של כותרת תחתונה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543300" cy="365125"/>
          </a:xfrm>
        </p:spPr>
        <p:txBody>
          <a:bodyPr rtlCol="1"/>
          <a:lstStyle/>
          <a:p>
            <a:pPr rtl="1"/>
            <a:r>
              <a:rPr lang="he"/>
              <a:t>טקסט כותרת תחתונה לדוגמה</a:t>
            </a:r>
          </a:p>
        </p:txBody>
      </p:sp>
      <p:sp>
        <p:nvSpPr>
          <p:cNvPr id="4" name="מציין מיקום של תאריך 3">
            <a:extLst>
              <a:ext uri="{FF2B5EF4-FFF2-40B4-BE49-F238E27FC236}">
                <a16:creationId xmlns:a16="http://schemas.microsoft.com/office/drawing/2014/main" id="{ADC28223-FDFF-908F-158A-3401127BA5C7}"/>
              </a:ext>
            </a:extLst>
          </p:cNvPr>
          <p:cNvSpPr>
            <a:spLocks noGrp="1"/>
          </p:cNvSpPr>
          <p:nvPr>
            <p:ph type="dt" sz="half" idx="10"/>
          </p:nvPr>
        </p:nvSpPr>
        <p:spPr/>
        <p:txBody>
          <a:bodyPr rtlCol="1"/>
          <a:lstStyle/>
          <a:p>
            <a:pPr rtl="1"/>
            <a:r>
              <a:rPr lang="en-US"/>
              <a:t>11/08/2025</a:t>
            </a:r>
            <a:endParaRPr lang="en-US" dirty="0"/>
          </a:p>
        </p:txBody>
      </p:sp>
      <p:sp>
        <p:nvSpPr>
          <p:cNvPr id="6" name="מציין מיקום של מספר שקופית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rtlCol="1"/>
          <a:lstStyle/>
          <a:p>
            <a:pPr rtl="1"/>
            <a:fld id="{DDF60B60-82CA-4BB9-BA6E-A62FADF2374B}" type="slidenum">
              <a:rPr lang="en-US" smtClean="0"/>
              <a:t>‹#›</a:t>
            </a:fld>
            <a:endParaRPr lang="en-US" dirty="0"/>
          </a:p>
        </p:txBody>
      </p:sp>
      <p:cxnSp>
        <p:nvCxnSpPr>
          <p:cNvPr id="14" name="מחבר ישר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מחבר ישר 8">
            <a:extLst>
              <a:ext uri="{FF2B5EF4-FFF2-40B4-BE49-F238E27FC236}">
                <a16:creationId xmlns:a16="http://schemas.microsoft.com/office/drawing/2014/main" id="{0F4F50A3-1136-13EC-E499-F6DDCBFE375F}"/>
              </a:ext>
            </a:extLst>
          </p:cNvPr>
          <p:cNvCxnSpPr>
            <a:cxnSpLocks/>
          </p:cNvCxnSpPr>
          <p:nvPr/>
        </p:nvCxnSpPr>
        <p:spPr>
          <a:xfrm flipH="1">
            <a:off x="0" y="4068031"/>
            <a:ext cx="4460008"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7" name="מחבר ישר 6">
            <a:extLst>
              <a:ext uri="{FF2B5EF4-FFF2-40B4-BE49-F238E27FC236}">
                <a16:creationId xmlns:a16="http://schemas.microsoft.com/office/drawing/2014/main" id="{B57362BC-3CD1-D6F5-CB9B-B2AAD7EAD176}"/>
              </a:ext>
            </a:extLst>
          </p:cNvPr>
          <p:cNvCxnSpPr>
            <a:cxnSpLocks/>
          </p:cNvCxnSpPr>
          <p:nvPr/>
        </p:nvCxnSpPr>
        <p:spPr>
          <a:xfrm>
            <a:off x="4460008"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מחבר ישר 9">
            <a:extLst>
              <a:ext uri="{FF2B5EF4-FFF2-40B4-BE49-F238E27FC236}">
                <a16:creationId xmlns:a16="http://schemas.microsoft.com/office/drawing/2014/main" id="{440D58D1-F636-9620-582E-41FBB707092B}"/>
              </a:ext>
            </a:extLst>
          </p:cNvPr>
          <p:cNvCxnSpPr>
            <a:cxnSpLocks/>
          </p:cNvCxnSpPr>
          <p:nvPr/>
        </p:nvCxnSpPr>
        <p:spPr>
          <a:xfrm flipH="1">
            <a:off x="0" y="459932"/>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538966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מספר גדול">
    <p:bg>
      <p:bgRef idx="1001">
        <a:schemeClr val="bg2"/>
      </p:bgRef>
    </p:bg>
    <p:spTree>
      <p:nvGrpSpPr>
        <p:cNvPr id="1" name=""/>
        <p:cNvGrpSpPr/>
        <p:nvPr/>
      </p:nvGrpSpPr>
      <p:grpSpPr>
        <a:xfrm>
          <a:off x="0" y="0"/>
          <a:ext cx="0" cy="0"/>
          <a:chOff x="0" y="0"/>
          <a:chExt cx="0" cy="0"/>
        </a:xfrm>
      </p:grpSpPr>
      <p:sp>
        <p:nvSpPr>
          <p:cNvPr id="6" name="מלבן 5">
            <a:extLst>
              <a:ext uri="{FF2B5EF4-FFF2-40B4-BE49-F238E27FC236}">
                <a16:creationId xmlns:a16="http://schemas.microsoft.com/office/drawing/2014/main" id="{891F6A87-CC7B-D4BD-1F6A-C3948971C39D}"/>
              </a:ext>
            </a:extLst>
          </p:cNvPr>
          <p:cNvSpPr/>
          <p:nvPr/>
        </p:nvSpPr>
        <p:spPr>
          <a:xfrm>
            <a:off x="0" y="0"/>
            <a:ext cx="12192000"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1"/>
            <a:endParaRPr lang="en-US" dirty="0"/>
          </a:p>
        </p:txBody>
      </p:sp>
      <p:sp>
        <p:nvSpPr>
          <p:cNvPr id="2" name="כותרת 1">
            <a:extLst>
              <a:ext uri="{FF2B5EF4-FFF2-40B4-BE49-F238E27FC236}">
                <a16:creationId xmlns:a16="http://schemas.microsoft.com/office/drawing/2014/main" id="{0B5B8561-D435-07DE-2456-79994CDFB83C}"/>
              </a:ext>
            </a:extLst>
          </p:cNvPr>
          <p:cNvSpPr>
            <a:spLocks noGrp="1"/>
          </p:cNvSpPr>
          <p:nvPr>
            <p:ph type="title" hasCustomPrompt="1"/>
          </p:nvPr>
        </p:nvSpPr>
        <p:spPr>
          <a:xfrm>
            <a:off x="1188720" y="5264780"/>
            <a:ext cx="9811512" cy="1097280"/>
          </a:xfrm>
        </p:spPr>
        <p:txBody>
          <a:bodyPr vert="horz" lIns="91440" tIns="45720" rIns="91440" bIns="45720" rtlCol="1" anchor="ctr">
            <a:normAutofit/>
          </a:bodyPr>
          <a:lstStyle>
            <a:lvl1pPr algn="ctr" rtl="1">
              <a:lnSpc>
                <a:spcPct val="110000"/>
              </a:lnSpc>
              <a:defRPr lang="en-US" sz="2800" cap="all" spc="100" baseline="0" dirty="0">
                <a:solidFill>
                  <a:schemeClr val="tx2">
                    <a:lumMod val="90000"/>
                  </a:schemeClr>
                </a:solidFill>
                <a:latin typeface="+mn-lt"/>
              </a:defRPr>
            </a:lvl1pPr>
          </a:lstStyle>
          <a:p>
            <a:pPr lvl="0" rtl="1"/>
            <a:r>
              <a:rPr lang="he"/>
              <a:t>לחץ כדי לערוך סגנונות כותרת של תבנית בסיס</a:t>
            </a:r>
          </a:p>
        </p:txBody>
      </p:sp>
      <p:sp>
        <p:nvSpPr>
          <p:cNvPr id="7" name="מציין מיקום תוכן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493776" y="676656"/>
            <a:ext cx="11201400" cy="4206240"/>
          </a:xfrm>
        </p:spPr>
        <p:txBody>
          <a:bodyPr vert="horz" lIns="91440" tIns="45720" rIns="91440" bIns="45720" rtlCol="1" anchor="b">
            <a:normAutofit/>
          </a:bodyPr>
          <a:lstStyle>
            <a:lvl1pPr marL="0" indent="0" algn="ctr" rtl="1">
              <a:lnSpc>
                <a:spcPct val="90000"/>
              </a:lnSpc>
              <a:spcBef>
                <a:spcPts val="0"/>
              </a:spcBef>
              <a:buNone/>
              <a:defRPr lang="en-US" sz="27800" dirty="0">
                <a:solidFill>
                  <a:schemeClr val="tx2">
                    <a:lumMod val="90000"/>
                  </a:schemeClr>
                </a:solidFill>
                <a:latin typeface="+mj-lt"/>
              </a:defRPr>
            </a:lvl1pPr>
          </a:lstStyle>
          <a:p>
            <a:pPr lvl="0" rtl="1"/>
            <a:r>
              <a:rPr lang="he"/>
              <a:t>##%</a:t>
            </a:r>
          </a:p>
        </p:txBody>
      </p:sp>
      <p:sp>
        <p:nvSpPr>
          <p:cNvPr id="4" name="מציין מיקום של כותרת תחתונה 3">
            <a:extLst>
              <a:ext uri="{FF2B5EF4-FFF2-40B4-BE49-F238E27FC236}">
                <a16:creationId xmlns:a16="http://schemas.microsoft.com/office/drawing/2014/main" id="{943AE6E7-0083-439C-3FBC-ADE4BE86C1A4}"/>
              </a:ext>
            </a:extLst>
          </p:cNvPr>
          <p:cNvSpPr>
            <a:spLocks noGrp="1"/>
          </p:cNvSpPr>
          <p:nvPr>
            <p:ph type="ftr" sz="quarter" idx="11"/>
          </p:nvPr>
        </p:nvSpPr>
        <p:spPr/>
        <p:txBody>
          <a:bodyPr rtlCol="1"/>
          <a:lstStyle>
            <a:lvl1pPr algn="r" rtl="1">
              <a:defRPr>
                <a:solidFill>
                  <a:schemeClr val="tx2"/>
                </a:solidFill>
              </a:defRPr>
            </a:lvl1pPr>
          </a:lstStyle>
          <a:p>
            <a:pPr rtl="1"/>
            <a:r>
              <a:rPr lang="he"/>
              <a:t>טקסט כותרת תחתונה לדוגמה</a:t>
            </a:r>
          </a:p>
        </p:txBody>
      </p:sp>
      <p:sp>
        <p:nvSpPr>
          <p:cNvPr id="3" name="מציין מיקום של תאריך 2">
            <a:extLst>
              <a:ext uri="{FF2B5EF4-FFF2-40B4-BE49-F238E27FC236}">
                <a16:creationId xmlns:a16="http://schemas.microsoft.com/office/drawing/2014/main" id="{615DF3EE-4BB8-4215-E053-BF3ED1BB9F97}"/>
              </a:ext>
            </a:extLst>
          </p:cNvPr>
          <p:cNvSpPr>
            <a:spLocks noGrp="1"/>
          </p:cNvSpPr>
          <p:nvPr>
            <p:ph type="dt" sz="half" idx="10"/>
          </p:nvPr>
        </p:nvSpPr>
        <p:spPr/>
        <p:txBody>
          <a:bodyPr rtlCol="1"/>
          <a:lstStyle>
            <a:lvl1pPr algn="r" rtl="1">
              <a:defRPr>
                <a:solidFill>
                  <a:schemeClr val="tx2"/>
                </a:solidFill>
              </a:defRPr>
            </a:lvl1pPr>
          </a:lstStyle>
          <a:p>
            <a:pPr rtl="1"/>
            <a:r>
              <a:rPr lang="en-US"/>
              <a:t>11/08/2025</a:t>
            </a:r>
            <a:endParaRPr lang="en-US" dirty="0"/>
          </a:p>
        </p:txBody>
      </p:sp>
      <p:sp>
        <p:nvSpPr>
          <p:cNvPr id="5" name="מציין מיקום של מספר שקופית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rtlCol="1"/>
          <a:lstStyle>
            <a:lvl1pPr algn="r" rtl="1">
              <a:defRPr>
                <a:solidFill>
                  <a:schemeClr val="tx2"/>
                </a:solidFill>
              </a:defRPr>
            </a:lvl1pPr>
          </a:lstStyle>
          <a:p>
            <a:pPr rtl="1"/>
            <a:fld id="{DDF60B60-82CA-4BB9-BA6E-A62FADF2374B}" type="slidenum">
              <a:rPr lang="en-US" smtClean="0"/>
              <a:t>‹#›</a:t>
            </a:fld>
            <a:endParaRPr lang="en-US" dirty="0"/>
          </a:p>
        </p:txBody>
      </p:sp>
      <p:cxnSp>
        <p:nvCxnSpPr>
          <p:cNvPr id="10" name="מחבר ישר 9">
            <a:extLst>
              <a:ext uri="{FF2B5EF4-FFF2-40B4-BE49-F238E27FC236}">
                <a16:creationId xmlns:a16="http://schemas.microsoft.com/office/drawing/2014/main" id="{85ADE133-B5D6-A1C0-6BC9-C723D008EC0E}"/>
              </a:ext>
            </a:extLst>
          </p:cNvPr>
          <p:cNvCxnSpPr>
            <a:cxnSpLocks/>
          </p:cNvCxnSpPr>
          <p:nvPr/>
        </p:nvCxnSpPr>
        <p:spPr>
          <a:xfrm flipH="1">
            <a:off x="0" y="5018669"/>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8389604"/>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מספר גדול 2">
    <p:bg>
      <p:bgRef idx="1001">
        <a:schemeClr val="bg1"/>
      </p:bgRef>
    </p:bg>
    <p:spTree>
      <p:nvGrpSpPr>
        <p:cNvPr id="1" name=""/>
        <p:cNvGrpSpPr/>
        <p:nvPr/>
      </p:nvGrpSpPr>
      <p:grpSpPr>
        <a:xfrm>
          <a:off x="0" y="0"/>
          <a:ext cx="0" cy="0"/>
          <a:chOff x="0" y="0"/>
          <a:chExt cx="0" cy="0"/>
        </a:xfrm>
      </p:grpSpPr>
      <p:sp>
        <p:nvSpPr>
          <p:cNvPr id="9" name="מלבן 8">
            <a:extLst>
              <a:ext uri="{FF2B5EF4-FFF2-40B4-BE49-F238E27FC236}">
                <a16:creationId xmlns:a16="http://schemas.microsoft.com/office/drawing/2014/main" id="{FEF9816A-24DB-A6D2-3F39-E78DC5E1C26D}"/>
              </a:ext>
            </a:extLst>
          </p:cNvPr>
          <p:cNvSpPr/>
          <p:nvPr/>
        </p:nvSpPr>
        <p:spPr>
          <a:xfrm>
            <a:off x="0" y="0"/>
            <a:ext cx="12192000" cy="6858000"/>
          </a:xfrm>
          <a:prstGeom prst="rect">
            <a:avLst/>
          </a:prstGeom>
          <a:solidFill>
            <a:schemeClr val="accent2">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1"/>
            <a:endParaRPr lang="en-US" dirty="0"/>
          </a:p>
        </p:txBody>
      </p:sp>
      <p:sp>
        <p:nvSpPr>
          <p:cNvPr id="2" name="כותרת 1">
            <a:extLst>
              <a:ext uri="{FF2B5EF4-FFF2-40B4-BE49-F238E27FC236}">
                <a16:creationId xmlns:a16="http://schemas.microsoft.com/office/drawing/2014/main" id="{0B5B8561-D435-07DE-2456-79994CDFB83C}"/>
              </a:ext>
            </a:extLst>
          </p:cNvPr>
          <p:cNvSpPr>
            <a:spLocks noGrp="1"/>
          </p:cNvSpPr>
          <p:nvPr>
            <p:ph type="title" hasCustomPrompt="1"/>
          </p:nvPr>
        </p:nvSpPr>
        <p:spPr>
          <a:xfrm>
            <a:off x="806196" y="5248656"/>
            <a:ext cx="10579608" cy="896112"/>
          </a:xfrm>
        </p:spPr>
        <p:txBody>
          <a:bodyPr vert="horz" lIns="91440" tIns="45720" rIns="91440" bIns="45720" rtlCol="1" anchor="ctr">
            <a:normAutofit/>
          </a:bodyPr>
          <a:lstStyle>
            <a:lvl1pPr algn="ctr" rtl="1">
              <a:lnSpc>
                <a:spcPct val="110000"/>
              </a:lnSpc>
              <a:defRPr lang="en-US" sz="2400" cap="all" spc="200" baseline="0" dirty="0">
                <a:solidFill>
                  <a:schemeClr val="accent4">
                    <a:lumMod val="75000"/>
                  </a:schemeClr>
                </a:solidFill>
                <a:latin typeface="+mn-lt"/>
              </a:defRPr>
            </a:lvl1pPr>
          </a:lstStyle>
          <a:p>
            <a:pPr lvl="0" rtl="1"/>
            <a:r>
              <a:rPr lang="he"/>
              <a:t>לחץ כדי לערוך סגנונות כותרת של תבנית בסיס</a:t>
            </a:r>
          </a:p>
        </p:txBody>
      </p:sp>
      <p:sp>
        <p:nvSpPr>
          <p:cNvPr id="7" name="מציין מיקום תוכן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495300" y="603504"/>
            <a:ext cx="11201400" cy="4206240"/>
          </a:xfrm>
        </p:spPr>
        <p:txBody>
          <a:bodyPr vert="horz" lIns="91440" tIns="45720" rIns="91440" bIns="45720" rtlCol="1" anchor="b">
            <a:normAutofit/>
          </a:bodyPr>
          <a:lstStyle>
            <a:lvl1pPr marL="0" indent="0" algn="ctr" rtl="1">
              <a:lnSpc>
                <a:spcPct val="90000"/>
              </a:lnSpc>
              <a:spcBef>
                <a:spcPts val="0"/>
              </a:spcBef>
              <a:buNone/>
              <a:defRPr lang="en-US" sz="27800" dirty="0">
                <a:solidFill>
                  <a:schemeClr val="accent4">
                    <a:lumMod val="75000"/>
                  </a:schemeClr>
                </a:solidFill>
                <a:latin typeface="+mj-lt"/>
              </a:defRPr>
            </a:lvl1pPr>
          </a:lstStyle>
          <a:p>
            <a:pPr lvl="0" rtl="1"/>
            <a:r>
              <a:rPr lang="he"/>
              <a:t>##%</a:t>
            </a:r>
          </a:p>
        </p:txBody>
      </p:sp>
      <p:sp>
        <p:nvSpPr>
          <p:cNvPr id="4" name="מציין מיקום של כותרת תחתונה 3">
            <a:extLst>
              <a:ext uri="{FF2B5EF4-FFF2-40B4-BE49-F238E27FC236}">
                <a16:creationId xmlns:a16="http://schemas.microsoft.com/office/drawing/2014/main" id="{943AE6E7-0083-439C-3FBC-ADE4BE86C1A4}"/>
              </a:ext>
            </a:extLst>
          </p:cNvPr>
          <p:cNvSpPr>
            <a:spLocks noGrp="1"/>
          </p:cNvSpPr>
          <p:nvPr>
            <p:ph type="ftr" sz="quarter" idx="11"/>
          </p:nvPr>
        </p:nvSpPr>
        <p:spPr/>
        <p:txBody>
          <a:bodyPr rtlCol="1"/>
          <a:lstStyle>
            <a:lvl1pPr algn="r" rtl="1">
              <a:defRPr>
                <a:solidFill>
                  <a:schemeClr val="tx2"/>
                </a:solidFill>
              </a:defRPr>
            </a:lvl1pPr>
          </a:lstStyle>
          <a:p>
            <a:pPr rtl="1"/>
            <a:r>
              <a:rPr lang="he"/>
              <a:t>טקסט כותרת תחתונה לדוגמה</a:t>
            </a:r>
          </a:p>
        </p:txBody>
      </p:sp>
      <p:sp>
        <p:nvSpPr>
          <p:cNvPr id="3" name="מציין מיקום של תאריך 2">
            <a:extLst>
              <a:ext uri="{FF2B5EF4-FFF2-40B4-BE49-F238E27FC236}">
                <a16:creationId xmlns:a16="http://schemas.microsoft.com/office/drawing/2014/main" id="{615DF3EE-4BB8-4215-E053-BF3ED1BB9F97}"/>
              </a:ext>
            </a:extLst>
          </p:cNvPr>
          <p:cNvSpPr>
            <a:spLocks noGrp="1"/>
          </p:cNvSpPr>
          <p:nvPr>
            <p:ph type="dt" sz="half" idx="10"/>
          </p:nvPr>
        </p:nvSpPr>
        <p:spPr/>
        <p:txBody>
          <a:bodyPr rtlCol="1"/>
          <a:lstStyle>
            <a:lvl1pPr algn="r" rtl="1">
              <a:defRPr>
                <a:solidFill>
                  <a:schemeClr val="tx2"/>
                </a:solidFill>
              </a:defRPr>
            </a:lvl1pPr>
          </a:lstStyle>
          <a:p>
            <a:pPr rtl="1"/>
            <a:r>
              <a:rPr lang="en-US"/>
              <a:t>11/08/2025</a:t>
            </a:r>
            <a:endParaRPr lang="en-US" dirty="0"/>
          </a:p>
        </p:txBody>
      </p:sp>
      <p:sp>
        <p:nvSpPr>
          <p:cNvPr id="5" name="מציין מיקום של מספר שקופית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rtlCol="1"/>
          <a:lstStyle>
            <a:lvl1pPr algn="r" rtl="1">
              <a:defRPr>
                <a:solidFill>
                  <a:schemeClr val="tx2"/>
                </a:solidFill>
              </a:defRPr>
            </a:lvl1pPr>
          </a:lstStyle>
          <a:p>
            <a:pPr rtl="1"/>
            <a:fld id="{DDF60B60-82CA-4BB9-BA6E-A62FADF2374B}" type="slidenum">
              <a:rPr lang="en-US" smtClean="0"/>
              <a:t>‹#›</a:t>
            </a:fld>
            <a:endParaRPr lang="en-US" dirty="0"/>
          </a:p>
        </p:txBody>
      </p:sp>
      <p:cxnSp>
        <p:nvCxnSpPr>
          <p:cNvPr id="6" name="מחבר ישר 5">
            <a:extLst>
              <a:ext uri="{FF2B5EF4-FFF2-40B4-BE49-F238E27FC236}">
                <a16:creationId xmlns:a16="http://schemas.microsoft.com/office/drawing/2014/main" id="{64C657CA-BC15-CFB3-68A2-CD405FBC42E3}"/>
              </a:ext>
            </a:extLst>
          </p:cNvPr>
          <p:cNvCxnSpPr>
            <a:cxnSpLocks/>
          </p:cNvCxnSpPr>
          <p:nvPr/>
        </p:nvCxnSpPr>
        <p:spPr>
          <a:xfrm flipH="1">
            <a:off x="0" y="5018669"/>
            <a:ext cx="12192000" cy="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cxnSp>
        <p:nvCxnSpPr>
          <p:cNvPr id="8" name="מחבר ישר 7">
            <a:extLst>
              <a:ext uri="{FF2B5EF4-FFF2-40B4-BE49-F238E27FC236}">
                <a16:creationId xmlns:a16="http://schemas.microsoft.com/office/drawing/2014/main" id="{C2258A7C-B0B2-E98B-CC50-E513F3F96778}"/>
              </a:ext>
            </a:extLst>
          </p:cNvPr>
          <p:cNvCxnSpPr>
            <a:cxnSpLocks/>
          </p:cNvCxnSpPr>
          <p:nvPr/>
        </p:nvCxnSpPr>
        <p:spPr>
          <a:xfrm flipH="1">
            <a:off x="0" y="6396171"/>
            <a:ext cx="12192000" cy="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9390628"/>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מספר גדול 3">
    <p:bg>
      <p:bgRef idx="1001">
        <a:schemeClr val="bg2"/>
      </p:bgRef>
    </p:bg>
    <p:spTree>
      <p:nvGrpSpPr>
        <p:cNvPr id="1" name=""/>
        <p:cNvGrpSpPr/>
        <p:nvPr/>
      </p:nvGrpSpPr>
      <p:grpSpPr>
        <a:xfrm>
          <a:off x="0" y="0"/>
          <a:ext cx="0" cy="0"/>
          <a:chOff x="0" y="0"/>
          <a:chExt cx="0" cy="0"/>
        </a:xfrm>
      </p:grpSpPr>
      <p:sp>
        <p:nvSpPr>
          <p:cNvPr id="6" name="מלבן 5">
            <a:extLst>
              <a:ext uri="{FF2B5EF4-FFF2-40B4-BE49-F238E27FC236}">
                <a16:creationId xmlns:a16="http://schemas.microsoft.com/office/drawing/2014/main" id="{5FDE1DC1-9689-2EE3-E7BA-1B5865E69925}"/>
              </a:ext>
            </a:extLst>
          </p:cNvPr>
          <p:cNvSpPr/>
          <p:nvPr/>
        </p:nvSpPr>
        <p:spPr>
          <a:xfrm>
            <a:off x="0" y="0"/>
            <a:ext cx="12192000" cy="6858000"/>
          </a:xfrm>
          <a:prstGeom prst="rect">
            <a:avLst/>
          </a:prstGeom>
          <a:solidFill>
            <a:schemeClr val="accent2">
              <a:lumMod val="60000"/>
              <a:lumOff val="40000"/>
              <a:alpha val="9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1"/>
            <a:endParaRPr lang="en-US" dirty="0"/>
          </a:p>
        </p:txBody>
      </p:sp>
      <p:sp>
        <p:nvSpPr>
          <p:cNvPr id="2" name="כותרת 1">
            <a:extLst>
              <a:ext uri="{FF2B5EF4-FFF2-40B4-BE49-F238E27FC236}">
                <a16:creationId xmlns:a16="http://schemas.microsoft.com/office/drawing/2014/main" id="{0B5B8561-D435-07DE-2456-79994CDFB83C}"/>
              </a:ext>
            </a:extLst>
          </p:cNvPr>
          <p:cNvSpPr>
            <a:spLocks noGrp="1"/>
          </p:cNvSpPr>
          <p:nvPr>
            <p:ph type="title" hasCustomPrompt="1"/>
          </p:nvPr>
        </p:nvSpPr>
        <p:spPr>
          <a:xfrm>
            <a:off x="1718209" y="5095152"/>
            <a:ext cx="8755582" cy="1397088"/>
          </a:xfrm>
        </p:spPr>
        <p:txBody>
          <a:bodyPr vert="horz" lIns="91440" tIns="45720" rIns="91440" bIns="45720" rtlCol="1" anchor="ctr">
            <a:normAutofit/>
          </a:bodyPr>
          <a:lstStyle>
            <a:lvl1pPr algn="ctr" rtl="1">
              <a:lnSpc>
                <a:spcPct val="120000"/>
              </a:lnSpc>
              <a:defRPr lang="en-US" sz="2600" cap="all" spc="100" baseline="0" dirty="0">
                <a:solidFill>
                  <a:schemeClr val="accent4"/>
                </a:solidFill>
                <a:latin typeface="+mn-lt"/>
              </a:defRPr>
            </a:lvl1pPr>
          </a:lstStyle>
          <a:p>
            <a:pPr lvl="0" rtl="1"/>
            <a:r>
              <a:rPr lang="he"/>
              <a:t>לחץ כדי לערוך סגנונות כותרת של תבנית בסיס</a:t>
            </a:r>
          </a:p>
        </p:txBody>
      </p:sp>
      <p:sp>
        <p:nvSpPr>
          <p:cNvPr id="7" name="מציין מיקום תוכן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915924" y="604476"/>
            <a:ext cx="10360152" cy="3886200"/>
          </a:xfrm>
        </p:spPr>
        <p:txBody>
          <a:bodyPr vert="horz" lIns="91440" tIns="45720" rIns="91440" bIns="45720" rtlCol="1" anchor="b">
            <a:normAutofit/>
          </a:bodyPr>
          <a:lstStyle>
            <a:lvl1pPr marL="0" indent="0" algn="ctr" rtl="1">
              <a:lnSpc>
                <a:spcPct val="90000"/>
              </a:lnSpc>
              <a:spcBef>
                <a:spcPts val="0"/>
              </a:spcBef>
              <a:buNone/>
              <a:defRPr lang="en-US" sz="26000" dirty="0">
                <a:solidFill>
                  <a:schemeClr val="accent4"/>
                </a:solidFill>
                <a:latin typeface="+mj-lt"/>
              </a:defRPr>
            </a:lvl1pPr>
          </a:lstStyle>
          <a:p>
            <a:pPr lvl="0" rtl="1"/>
            <a:r>
              <a:rPr lang="he"/>
              <a:t>##%</a:t>
            </a:r>
          </a:p>
        </p:txBody>
      </p:sp>
      <p:sp>
        <p:nvSpPr>
          <p:cNvPr id="4" name="מציין מיקום של כותרת תחתונה 3">
            <a:extLst>
              <a:ext uri="{FF2B5EF4-FFF2-40B4-BE49-F238E27FC236}">
                <a16:creationId xmlns:a16="http://schemas.microsoft.com/office/drawing/2014/main" id="{943AE6E7-0083-439C-3FBC-ADE4BE86C1A4}"/>
              </a:ext>
            </a:extLst>
          </p:cNvPr>
          <p:cNvSpPr>
            <a:spLocks noGrp="1"/>
          </p:cNvSpPr>
          <p:nvPr>
            <p:ph type="ftr" sz="quarter" idx="11"/>
          </p:nvPr>
        </p:nvSpPr>
        <p:spPr>
          <a:xfrm>
            <a:off x="640080" y="6445997"/>
            <a:ext cx="3949302" cy="365125"/>
          </a:xfrm>
        </p:spPr>
        <p:txBody>
          <a:bodyPr rtlCol="1"/>
          <a:lstStyle>
            <a:lvl1pPr algn="r" rtl="1">
              <a:defRPr>
                <a:solidFill>
                  <a:schemeClr val="tx2"/>
                </a:solidFill>
              </a:defRPr>
            </a:lvl1pPr>
          </a:lstStyle>
          <a:p>
            <a:pPr rtl="1"/>
            <a:r>
              <a:rPr lang="he"/>
              <a:t>טקסט כותרת תחתונה לדוגמה</a:t>
            </a:r>
          </a:p>
        </p:txBody>
      </p:sp>
      <p:sp>
        <p:nvSpPr>
          <p:cNvPr id="3" name="מציין מיקום של תאריך 2">
            <a:extLst>
              <a:ext uri="{FF2B5EF4-FFF2-40B4-BE49-F238E27FC236}">
                <a16:creationId xmlns:a16="http://schemas.microsoft.com/office/drawing/2014/main" id="{615DF3EE-4BB8-4215-E053-BF3ED1BB9F97}"/>
              </a:ext>
            </a:extLst>
          </p:cNvPr>
          <p:cNvSpPr>
            <a:spLocks noGrp="1"/>
          </p:cNvSpPr>
          <p:nvPr>
            <p:ph type="dt" sz="half" idx="10"/>
          </p:nvPr>
        </p:nvSpPr>
        <p:spPr/>
        <p:txBody>
          <a:bodyPr rtlCol="1"/>
          <a:lstStyle>
            <a:lvl1pPr algn="r" rtl="1">
              <a:defRPr>
                <a:solidFill>
                  <a:schemeClr val="tx2"/>
                </a:solidFill>
              </a:defRPr>
            </a:lvl1pPr>
          </a:lstStyle>
          <a:p>
            <a:pPr rtl="1"/>
            <a:r>
              <a:rPr lang="en-US"/>
              <a:t>11/08/2025</a:t>
            </a:r>
            <a:endParaRPr lang="en-US" dirty="0"/>
          </a:p>
        </p:txBody>
      </p:sp>
      <p:sp>
        <p:nvSpPr>
          <p:cNvPr id="5" name="מציין מיקום של מספר שקופית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rtlCol="1"/>
          <a:lstStyle>
            <a:lvl1pPr algn="r" rtl="1">
              <a:defRPr>
                <a:solidFill>
                  <a:schemeClr val="tx2"/>
                </a:solidFill>
              </a:defRPr>
            </a:lvl1pPr>
          </a:lstStyle>
          <a:p>
            <a:pPr rtl="1"/>
            <a:fld id="{DDF60B60-82CA-4BB9-BA6E-A62FADF2374B}" type="slidenum">
              <a:rPr lang="en-US" smtClean="0"/>
              <a:t>‹#›</a:t>
            </a:fld>
            <a:endParaRPr lang="en-US" dirty="0"/>
          </a:p>
        </p:txBody>
      </p:sp>
      <p:cxnSp>
        <p:nvCxnSpPr>
          <p:cNvPr id="9" name="מחבר ישר 8">
            <a:extLst>
              <a:ext uri="{FF2B5EF4-FFF2-40B4-BE49-F238E27FC236}">
                <a16:creationId xmlns:a16="http://schemas.microsoft.com/office/drawing/2014/main" id="{C4E840B4-4A86-E59D-DE37-6D68E8998743}"/>
              </a:ext>
            </a:extLst>
          </p:cNvPr>
          <p:cNvCxnSpPr>
            <a:cxnSpLocks/>
          </p:cNvCxnSpPr>
          <p:nvPr/>
        </p:nvCxnSpPr>
        <p:spPr>
          <a:xfrm flipH="1">
            <a:off x="0" y="4800185"/>
            <a:ext cx="12192000" cy="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cxnSp>
        <p:nvCxnSpPr>
          <p:cNvPr id="10" name="מחבר ישר 9">
            <a:extLst>
              <a:ext uri="{FF2B5EF4-FFF2-40B4-BE49-F238E27FC236}">
                <a16:creationId xmlns:a16="http://schemas.microsoft.com/office/drawing/2014/main" id="{374C1874-713F-9C70-0910-15468C71D94B}"/>
              </a:ext>
            </a:extLst>
          </p:cNvPr>
          <p:cNvCxnSpPr>
            <a:cxnSpLocks/>
          </p:cNvCxnSpPr>
          <p:nvPr/>
        </p:nvCxnSpPr>
        <p:spPr>
          <a:xfrm>
            <a:off x="457200" y="0"/>
            <a:ext cx="0" cy="685800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cxnSp>
        <p:nvCxnSpPr>
          <p:cNvPr id="11" name="מחבר ישר 10">
            <a:extLst>
              <a:ext uri="{FF2B5EF4-FFF2-40B4-BE49-F238E27FC236}">
                <a16:creationId xmlns:a16="http://schemas.microsoft.com/office/drawing/2014/main" id="{FFE3C4BC-AB49-4B2D-6D76-2DB06F19B146}"/>
              </a:ext>
            </a:extLst>
          </p:cNvPr>
          <p:cNvCxnSpPr>
            <a:cxnSpLocks/>
          </p:cNvCxnSpPr>
          <p:nvPr/>
        </p:nvCxnSpPr>
        <p:spPr>
          <a:xfrm>
            <a:off x="11734800" y="0"/>
            <a:ext cx="0" cy="685800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2190486"/>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מספר גדול 4">
    <p:bg>
      <p:bgRef idx="1001">
        <a:schemeClr val="bg2"/>
      </p:bgRef>
    </p:bg>
    <p:spTree>
      <p:nvGrpSpPr>
        <p:cNvPr id="1" name=""/>
        <p:cNvGrpSpPr/>
        <p:nvPr/>
      </p:nvGrpSpPr>
      <p:grpSpPr>
        <a:xfrm>
          <a:off x="0" y="0"/>
          <a:ext cx="0" cy="0"/>
          <a:chOff x="0" y="0"/>
          <a:chExt cx="0" cy="0"/>
        </a:xfrm>
      </p:grpSpPr>
      <p:sp>
        <p:nvSpPr>
          <p:cNvPr id="9" name="מלבן 8">
            <a:extLst>
              <a:ext uri="{FF2B5EF4-FFF2-40B4-BE49-F238E27FC236}">
                <a16:creationId xmlns:a16="http://schemas.microsoft.com/office/drawing/2014/main" id="{7F5F8892-F2ED-BFCA-E7AB-85D6D27E4996}"/>
              </a:ext>
            </a:extLst>
          </p:cNvPr>
          <p:cNvSpPr/>
          <p:nvPr/>
        </p:nvSpPr>
        <p:spPr>
          <a:xfrm>
            <a:off x="0" y="0"/>
            <a:ext cx="12192000" cy="6858000"/>
          </a:xfrm>
          <a:prstGeom prst="rect">
            <a:avLst/>
          </a:prstGeom>
          <a:solidFill>
            <a:schemeClr val="accent2">
              <a:lumMod val="60000"/>
              <a:lumOff val="40000"/>
              <a:alpha val="9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1"/>
            <a:endParaRPr lang="en-US" dirty="0"/>
          </a:p>
        </p:txBody>
      </p:sp>
      <p:sp>
        <p:nvSpPr>
          <p:cNvPr id="2" name="כותרת 1">
            <a:extLst>
              <a:ext uri="{FF2B5EF4-FFF2-40B4-BE49-F238E27FC236}">
                <a16:creationId xmlns:a16="http://schemas.microsoft.com/office/drawing/2014/main" id="{0B5B8561-D435-07DE-2456-79994CDFB83C}"/>
              </a:ext>
            </a:extLst>
          </p:cNvPr>
          <p:cNvSpPr>
            <a:spLocks noGrp="1"/>
          </p:cNvSpPr>
          <p:nvPr>
            <p:ph type="title" hasCustomPrompt="1"/>
          </p:nvPr>
        </p:nvSpPr>
        <p:spPr>
          <a:xfrm>
            <a:off x="457200" y="4809744"/>
            <a:ext cx="10817352" cy="1325880"/>
          </a:xfrm>
        </p:spPr>
        <p:txBody>
          <a:bodyPr vert="horz" lIns="91440" tIns="45720" rIns="91440" bIns="45720" rtlCol="1" anchor="ctr">
            <a:normAutofit/>
          </a:bodyPr>
          <a:lstStyle>
            <a:lvl1pPr algn="r" rtl="1">
              <a:lnSpc>
                <a:spcPct val="120000"/>
              </a:lnSpc>
              <a:defRPr lang="en-US" sz="2400" cap="all" spc="200" baseline="0" dirty="0">
                <a:solidFill>
                  <a:schemeClr val="tx2">
                    <a:alpha val="90000"/>
                  </a:schemeClr>
                </a:solidFill>
                <a:latin typeface="+mn-lt"/>
              </a:defRPr>
            </a:lvl1pPr>
          </a:lstStyle>
          <a:p>
            <a:pPr lvl="0" rtl="1"/>
            <a:r>
              <a:rPr lang="he"/>
              <a:t>לחץ כדי לערוך סגנונות כותרת של תבנית בסיס</a:t>
            </a:r>
          </a:p>
        </p:txBody>
      </p:sp>
      <p:sp>
        <p:nvSpPr>
          <p:cNvPr id="7" name="מציין מיקום תוכן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457200" y="603504"/>
            <a:ext cx="10817352" cy="3886200"/>
          </a:xfrm>
        </p:spPr>
        <p:txBody>
          <a:bodyPr vert="horz" lIns="91440" tIns="45720" rIns="91440" bIns="45720" rtlCol="1" anchor="b">
            <a:normAutofit/>
          </a:bodyPr>
          <a:lstStyle>
            <a:lvl1pPr marL="0" indent="0" algn="r" rtl="1">
              <a:lnSpc>
                <a:spcPct val="90000"/>
              </a:lnSpc>
              <a:buNone/>
              <a:defRPr lang="en-US" sz="26000" dirty="0">
                <a:solidFill>
                  <a:schemeClr val="accent4"/>
                </a:solidFill>
                <a:latin typeface="+mj-lt"/>
              </a:defRPr>
            </a:lvl1pPr>
          </a:lstStyle>
          <a:p>
            <a:pPr lvl="0" rtl="1"/>
            <a:r>
              <a:rPr lang="he"/>
              <a:t>##%</a:t>
            </a:r>
          </a:p>
        </p:txBody>
      </p:sp>
      <p:sp>
        <p:nvSpPr>
          <p:cNvPr id="4" name="מציין מיקום של כותרת תחתונה 3">
            <a:extLst>
              <a:ext uri="{FF2B5EF4-FFF2-40B4-BE49-F238E27FC236}">
                <a16:creationId xmlns:a16="http://schemas.microsoft.com/office/drawing/2014/main" id="{943AE6E7-0083-439C-3FBC-ADE4BE86C1A4}"/>
              </a:ext>
            </a:extLst>
          </p:cNvPr>
          <p:cNvSpPr>
            <a:spLocks noGrp="1"/>
          </p:cNvSpPr>
          <p:nvPr>
            <p:ph type="ftr" sz="quarter" idx="11"/>
          </p:nvPr>
        </p:nvSpPr>
        <p:spPr/>
        <p:txBody>
          <a:bodyPr rtlCol="1"/>
          <a:lstStyle>
            <a:lvl1pPr algn="r" rtl="1">
              <a:defRPr>
                <a:solidFill>
                  <a:schemeClr val="tx2"/>
                </a:solidFill>
              </a:defRPr>
            </a:lvl1pPr>
          </a:lstStyle>
          <a:p>
            <a:pPr rtl="1"/>
            <a:r>
              <a:rPr lang="he"/>
              <a:t>טקסט כותרת תחתונה לדוגמה</a:t>
            </a:r>
          </a:p>
        </p:txBody>
      </p:sp>
      <p:sp>
        <p:nvSpPr>
          <p:cNvPr id="3" name="מציין מיקום של תאריך 2">
            <a:extLst>
              <a:ext uri="{FF2B5EF4-FFF2-40B4-BE49-F238E27FC236}">
                <a16:creationId xmlns:a16="http://schemas.microsoft.com/office/drawing/2014/main" id="{615DF3EE-4BB8-4215-E053-BF3ED1BB9F97}"/>
              </a:ext>
            </a:extLst>
          </p:cNvPr>
          <p:cNvSpPr>
            <a:spLocks noGrp="1"/>
          </p:cNvSpPr>
          <p:nvPr>
            <p:ph type="dt" sz="half" idx="10"/>
          </p:nvPr>
        </p:nvSpPr>
        <p:spPr/>
        <p:txBody>
          <a:bodyPr rtlCol="1"/>
          <a:lstStyle>
            <a:lvl1pPr algn="r" rtl="1">
              <a:defRPr>
                <a:solidFill>
                  <a:schemeClr val="tx2"/>
                </a:solidFill>
              </a:defRPr>
            </a:lvl1pPr>
          </a:lstStyle>
          <a:p>
            <a:pPr rtl="1"/>
            <a:r>
              <a:rPr lang="en-US"/>
              <a:t>11/08/2025</a:t>
            </a:r>
            <a:endParaRPr lang="en-US" dirty="0"/>
          </a:p>
        </p:txBody>
      </p:sp>
      <p:sp>
        <p:nvSpPr>
          <p:cNvPr id="5" name="מציין מיקום של מספר שקופית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rtlCol="1"/>
          <a:lstStyle>
            <a:lvl1pPr algn="r" rtl="1">
              <a:defRPr>
                <a:solidFill>
                  <a:schemeClr val="tx2"/>
                </a:solidFill>
              </a:defRPr>
            </a:lvl1pPr>
          </a:lstStyle>
          <a:p>
            <a:pPr rtl="1"/>
            <a:fld id="{DDF60B60-82CA-4BB9-BA6E-A62FADF2374B}" type="slidenum">
              <a:rPr lang="en-US" smtClean="0"/>
              <a:t>‹#›</a:t>
            </a:fld>
            <a:endParaRPr lang="en-US" dirty="0"/>
          </a:p>
        </p:txBody>
      </p:sp>
      <p:cxnSp>
        <p:nvCxnSpPr>
          <p:cNvPr id="6" name="מחבר ישר 5">
            <a:extLst>
              <a:ext uri="{FF2B5EF4-FFF2-40B4-BE49-F238E27FC236}">
                <a16:creationId xmlns:a16="http://schemas.microsoft.com/office/drawing/2014/main" id="{FBC03FAC-E732-2A29-931B-DF10E16576A9}"/>
              </a:ext>
            </a:extLst>
          </p:cNvPr>
          <p:cNvCxnSpPr>
            <a:cxnSpLocks/>
          </p:cNvCxnSpPr>
          <p:nvPr/>
        </p:nvCxnSpPr>
        <p:spPr>
          <a:xfrm flipH="1">
            <a:off x="0" y="4567063"/>
            <a:ext cx="12192000" cy="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cxnSp>
        <p:nvCxnSpPr>
          <p:cNvPr id="8" name="מחבר ישר 7">
            <a:extLst>
              <a:ext uri="{FF2B5EF4-FFF2-40B4-BE49-F238E27FC236}">
                <a16:creationId xmlns:a16="http://schemas.microsoft.com/office/drawing/2014/main" id="{22EAA9EA-F053-9082-1866-9E27466BAA2B}"/>
              </a:ext>
            </a:extLst>
          </p:cNvPr>
          <p:cNvCxnSpPr>
            <a:cxnSpLocks/>
          </p:cNvCxnSpPr>
          <p:nvPr/>
        </p:nvCxnSpPr>
        <p:spPr>
          <a:xfrm flipH="1">
            <a:off x="0" y="6396171"/>
            <a:ext cx="12192000" cy="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cxnSp>
        <p:nvCxnSpPr>
          <p:cNvPr id="12" name="מחבר ישר 11">
            <a:extLst>
              <a:ext uri="{FF2B5EF4-FFF2-40B4-BE49-F238E27FC236}">
                <a16:creationId xmlns:a16="http://schemas.microsoft.com/office/drawing/2014/main" id="{C4634D08-FFFD-5C50-9C95-E26621C9F10B}"/>
              </a:ext>
            </a:extLst>
          </p:cNvPr>
          <p:cNvCxnSpPr>
            <a:cxnSpLocks/>
          </p:cNvCxnSpPr>
          <p:nvPr/>
        </p:nvCxnSpPr>
        <p:spPr>
          <a:xfrm>
            <a:off x="11734800" y="0"/>
            <a:ext cx="0" cy="685800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991171"/>
      </p:ext>
    </p:extLst>
  </p:cSld>
  <p:clrMapOvr>
    <a:overrideClrMapping bg1="lt1" tx1="dk1" bg2="lt2" tx2="dk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משפט">
    <p:bg>
      <p:bgRef idx="1001">
        <a:schemeClr val="bg2"/>
      </p:bgRef>
    </p:bg>
    <p:spTree>
      <p:nvGrpSpPr>
        <p:cNvPr id="1" name=""/>
        <p:cNvGrpSpPr/>
        <p:nvPr/>
      </p:nvGrpSpPr>
      <p:grpSpPr>
        <a:xfrm>
          <a:off x="0" y="0"/>
          <a:ext cx="0" cy="0"/>
          <a:chOff x="0" y="0"/>
          <a:chExt cx="0" cy="0"/>
        </a:xfrm>
      </p:grpSpPr>
      <p:sp>
        <p:nvSpPr>
          <p:cNvPr id="6" name="מלבן 5">
            <a:extLst>
              <a:ext uri="{FF2B5EF4-FFF2-40B4-BE49-F238E27FC236}">
                <a16:creationId xmlns:a16="http://schemas.microsoft.com/office/drawing/2014/main" id="{55FB4D75-C478-D736-9A5A-B64DEA241030}"/>
              </a:ext>
            </a:extLst>
          </p:cNvPr>
          <p:cNvSpPr/>
          <p:nvPr/>
        </p:nvSpPr>
        <p:spPr>
          <a:xfrm>
            <a:off x="0" y="0"/>
            <a:ext cx="12192000"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1"/>
            <a:endParaRPr lang="en-US" dirty="0"/>
          </a:p>
        </p:txBody>
      </p:sp>
      <p:sp>
        <p:nvSpPr>
          <p:cNvPr id="2" name="כותרת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rtlCol="1"/>
          <a:lstStyle>
            <a:lvl1pPr algn="r" rtl="1">
              <a:defRPr>
                <a:solidFill>
                  <a:schemeClr val="bg2"/>
                </a:solidFill>
              </a:defRPr>
            </a:lvl1pPr>
          </a:lstStyle>
          <a:p>
            <a:pPr rtl="1"/>
            <a:r>
              <a:rPr lang="he"/>
              <a:t>לחץ כדי לערוך סגנון כותרת של תבנית בסיס</a:t>
            </a:r>
            <a:endParaRPr lang="en-US" dirty="0"/>
          </a:p>
        </p:txBody>
      </p:sp>
      <p:sp>
        <p:nvSpPr>
          <p:cNvPr id="7" name="מציין מיקום תוכן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693103" y="1493520"/>
            <a:ext cx="8805794" cy="3911600"/>
          </a:xfrm>
        </p:spPr>
        <p:txBody>
          <a:bodyPr rtlCol="1" anchor="ctr">
            <a:normAutofit/>
          </a:bodyPr>
          <a:lstStyle>
            <a:lvl1pPr marL="0" indent="0" algn="ctr" rtl="1">
              <a:lnSpc>
                <a:spcPct val="110000"/>
              </a:lnSpc>
              <a:buNone/>
              <a:defRPr sz="5400" b="0">
                <a:solidFill>
                  <a:schemeClr val="tx2"/>
                </a:solidFill>
                <a:latin typeface="+mj-lt"/>
              </a:defRPr>
            </a:lvl1pPr>
            <a:lvl2pPr marL="228600" indent="0" algn="ctr" rtl="1">
              <a:lnSpc>
                <a:spcPct val="110000"/>
              </a:lnSpc>
              <a:buNone/>
              <a:defRPr sz="4800" b="0">
                <a:solidFill>
                  <a:schemeClr val="tx2"/>
                </a:solidFill>
                <a:latin typeface="+mj-lt"/>
              </a:defRPr>
            </a:lvl2pPr>
            <a:lvl3pPr marL="457200" indent="0" algn="ctr" rtl="1">
              <a:lnSpc>
                <a:spcPct val="110000"/>
              </a:lnSpc>
              <a:buNone/>
              <a:defRPr sz="4400" b="0">
                <a:solidFill>
                  <a:schemeClr val="tx2"/>
                </a:solidFill>
                <a:latin typeface="+mj-lt"/>
              </a:defRPr>
            </a:lvl3pPr>
            <a:lvl4pPr marL="685800" indent="0" algn="ctr" rtl="1">
              <a:lnSpc>
                <a:spcPct val="110000"/>
              </a:lnSpc>
              <a:buNone/>
              <a:defRPr sz="4000" b="0">
                <a:solidFill>
                  <a:schemeClr val="tx2"/>
                </a:solidFill>
                <a:latin typeface="+mj-lt"/>
              </a:defRPr>
            </a:lvl4pPr>
            <a:lvl5pPr marL="914400" indent="0" algn="ctr" rtl="1">
              <a:lnSpc>
                <a:spcPct val="110000"/>
              </a:lnSpc>
              <a:buNone/>
              <a:defRPr sz="3600" b="0">
                <a:solidFill>
                  <a:schemeClr val="tx2"/>
                </a:solidFill>
                <a:latin typeface="+mj-lt"/>
              </a:defRPr>
            </a:lvl5pPr>
          </a:lstStyle>
          <a:p>
            <a:pPr lvl="0" rtl="1"/>
            <a:r>
              <a:rPr lang="he"/>
              <a:t>לחץ כדי לערוך משפט</a:t>
            </a:r>
          </a:p>
          <a:p>
            <a:pPr lvl="1" rtl="1"/>
            <a:r>
              <a:rPr lang="he"/>
              <a:t>רמה שניה</a:t>
            </a:r>
          </a:p>
          <a:p>
            <a:pPr lvl="2" rtl="1"/>
            <a:r>
              <a:rPr lang="he"/>
              <a:t>רמה שלישית</a:t>
            </a:r>
          </a:p>
          <a:p>
            <a:pPr lvl="3" rtl="1"/>
            <a:r>
              <a:rPr lang="he"/>
              <a:t>רמה רביעית</a:t>
            </a:r>
          </a:p>
          <a:p>
            <a:pPr lvl="4" rtl="1"/>
            <a:r>
              <a:rPr lang="he"/>
              <a:t>רמה חמישית</a:t>
            </a:r>
          </a:p>
        </p:txBody>
      </p:sp>
      <p:sp>
        <p:nvSpPr>
          <p:cNvPr id="4" name="מציין מיקום של כותרת תחתונה 3">
            <a:extLst>
              <a:ext uri="{FF2B5EF4-FFF2-40B4-BE49-F238E27FC236}">
                <a16:creationId xmlns:a16="http://schemas.microsoft.com/office/drawing/2014/main" id="{3D56E87B-2252-4382-E6E7-15A81BCC8029}"/>
              </a:ext>
            </a:extLst>
          </p:cNvPr>
          <p:cNvSpPr>
            <a:spLocks noGrp="1"/>
          </p:cNvSpPr>
          <p:nvPr>
            <p:ph type="ftr" sz="quarter" idx="11"/>
          </p:nvPr>
        </p:nvSpPr>
        <p:spPr>
          <a:xfrm>
            <a:off x="640080" y="6445997"/>
            <a:ext cx="3949302" cy="365125"/>
          </a:xfrm>
        </p:spPr>
        <p:txBody>
          <a:bodyPr rtlCol="1"/>
          <a:lstStyle>
            <a:lvl1pPr algn="r" rtl="1">
              <a:defRPr>
                <a:solidFill>
                  <a:schemeClr val="tx2"/>
                </a:solidFill>
              </a:defRPr>
            </a:lvl1pPr>
          </a:lstStyle>
          <a:p>
            <a:pPr rtl="1"/>
            <a:r>
              <a:rPr lang="he"/>
              <a:t>טקסט כותרת תחתונה לדוגמה</a:t>
            </a:r>
          </a:p>
        </p:txBody>
      </p:sp>
      <p:sp>
        <p:nvSpPr>
          <p:cNvPr id="3" name="מציין מיקום של תאריך 2">
            <a:extLst>
              <a:ext uri="{FF2B5EF4-FFF2-40B4-BE49-F238E27FC236}">
                <a16:creationId xmlns:a16="http://schemas.microsoft.com/office/drawing/2014/main" id="{67F688C7-1128-9027-65E4-A17BBE7DDDF0}"/>
              </a:ext>
            </a:extLst>
          </p:cNvPr>
          <p:cNvSpPr>
            <a:spLocks noGrp="1"/>
          </p:cNvSpPr>
          <p:nvPr>
            <p:ph type="dt" sz="half" idx="10"/>
          </p:nvPr>
        </p:nvSpPr>
        <p:spPr/>
        <p:txBody>
          <a:bodyPr rtlCol="1"/>
          <a:lstStyle>
            <a:lvl1pPr algn="r" rtl="1">
              <a:defRPr>
                <a:solidFill>
                  <a:schemeClr val="tx2"/>
                </a:solidFill>
              </a:defRPr>
            </a:lvl1pPr>
          </a:lstStyle>
          <a:p>
            <a:pPr rtl="1"/>
            <a:r>
              <a:rPr lang="en-US"/>
              <a:t>11/08/2025</a:t>
            </a:r>
            <a:endParaRPr lang="en-US" dirty="0"/>
          </a:p>
        </p:txBody>
      </p:sp>
      <p:sp>
        <p:nvSpPr>
          <p:cNvPr id="5" name="מציין מיקום של מספר שקופית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rtlCol="1"/>
          <a:lstStyle>
            <a:lvl1pPr algn="r" rtl="1">
              <a:defRPr>
                <a:solidFill>
                  <a:schemeClr val="tx2"/>
                </a:solidFill>
              </a:defRPr>
            </a:lvl1pPr>
          </a:lstStyle>
          <a:p>
            <a:pPr rtl="1"/>
            <a:fld id="{DDF60B60-82CA-4BB9-BA6E-A62FADF2374B}" type="slidenum">
              <a:rPr lang="en-US" smtClean="0"/>
              <a:t>‹#›</a:t>
            </a:fld>
            <a:endParaRPr lang="en-US" dirty="0"/>
          </a:p>
        </p:txBody>
      </p:sp>
      <p:cxnSp>
        <p:nvCxnSpPr>
          <p:cNvPr id="9" name="מחבר ישר 8">
            <a:extLst>
              <a:ext uri="{FF2B5EF4-FFF2-40B4-BE49-F238E27FC236}">
                <a16:creationId xmlns:a16="http://schemas.microsoft.com/office/drawing/2014/main" id="{6C547212-589F-3A5C-2FF7-4E576B86E3A3}"/>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מחבר ישר 9">
            <a:extLst>
              <a:ext uri="{FF2B5EF4-FFF2-40B4-BE49-F238E27FC236}">
                <a16:creationId xmlns:a16="http://schemas.microsoft.com/office/drawing/2014/main" id="{440E2472-A2D0-B3C4-1592-E709B2EC9AD6}"/>
              </a:ext>
            </a:extLst>
          </p:cNvPr>
          <p:cNvCxnSpPr>
            <a:cxnSpLocks/>
          </p:cNvCxnSpPr>
          <p:nvPr/>
        </p:nvCxnSpPr>
        <p:spPr>
          <a:xfrm>
            <a:off x="4572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מחבר ישר 10">
            <a:extLst>
              <a:ext uri="{FF2B5EF4-FFF2-40B4-BE49-F238E27FC236}">
                <a16:creationId xmlns:a16="http://schemas.microsoft.com/office/drawing/2014/main" id="{2F95E0B8-C6C3-8095-D53F-FB618E39D7CE}"/>
              </a:ext>
            </a:extLst>
          </p:cNvPr>
          <p:cNvCxnSpPr>
            <a:cxnSpLocks/>
          </p:cNvCxnSpPr>
          <p:nvPr/>
        </p:nvCxnSpPr>
        <p:spPr>
          <a:xfrm flipH="1">
            <a:off x="0" y="459932"/>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מחבר ישר 11">
            <a:extLst>
              <a:ext uri="{FF2B5EF4-FFF2-40B4-BE49-F238E27FC236}">
                <a16:creationId xmlns:a16="http://schemas.microsoft.com/office/drawing/2014/main" id="{DAD2DF78-237E-1E21-906C-273460F55F55}"/>
              </a:ext>
            </a:extLst>
          </p:cNvPr>
          <p:cNvCxnSpPr>
            <a:cxnSpLocks/>
          </p:cNvCxnSpPr>
          <p:nvPr/>
        </p:nvCxnSpPr>
        <p:spPr>
          <a:xfrm>
            <a:off x="117348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6498314"/>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cSld name="משפט 2">
    <p:bg>
      <p:bgRef idx="1001">
        <a:schemeClr val="bg2"/>
      </p:bgRef>
    </p:bg>
    <p:spTree>
      <p:nvGrpSpPr>
        <p:cNvPr id="1" name=""/>
        <p:cNvGrpSpPr/>
        <p:nvPr/>
      </p:nvGrpSpPr>
      <p:grpSpPr>
        <a:xfrm>
          <a:off x="0" y="0"/>
          <a:ext cx="0" cy="0"/>
          <a:chOff x="0" y="0"/>
          <a:chExt cx="0" cy="0"/>
        </a:xfrm>
      </p:grpSpPr>
      <p:sp>
        <p:nvSpPr>
          <p:cNvPr id="11" name="מלבן 10">
            <a:extLst>
              <a:ext uri="{FF2B5EF4-FFF2-40B4-BE49-F238E27FC236}">
                <a16:creationId xmlns:a16="http://schemas.microsoft.com/office/drawing/2014/main" id="{AEFC0D0B-DA30-766C-173E-0170DEC1DFE7}"/>
              </a:ext>
            </a:extLst>
          </p:cNvPr>
          <p:cNvSpPr/>
          <p:nvPr/>
        </p:nvSpPr>
        <p:spPr>
          <a:xfrm>
            <a:off x="0" y="0"/>
            <a:ext cx="12192000" cy="6858000"/>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1"/>
            <a:endParaRPr lang="en-US" dirty="0"/>
          </a:p>
        </p:txBody>
      </p:sp>
      <p:sp>
        <p:nvSpPr>
          <p:cNvPr id="2" name="כותרת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rtlCol="1"/>
          <a:lstStyle>
            <a:lvl1pPr algn="r" rtl="1">
              <a:defRPr>
                <a:solidFill>
                  <a:schemeClr val="bg2"/>
                </a:solidFill>
              </a:defRPr>
            </a:lvl1pPr>
          </a:lstStyle>
          <a:p>
            <a:pPr rtl="1"/>
            <a:r>
              <a:rPr lang="he"/>
              <a:t>לחץ כדי לערוך סגנון כותרת של תבנית בסיס</a:t>
            </a:r>
            <a:endParaRPr lang="en-US" dirty="0"/>
          </a:p>
        </p:txBody>
      </p:sp>
      <p:sp>
        <p:nvSpPr>
          <p:cNvPr id="7" name="מציין מיקום תוכן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450676" y="1069677"/>
            <a:ext cx="9290649" cy="4744528"/>
          </a:xfrm>
        </p:spPr>
        <p:txBody>
          <a:bodyPr rtlCol="1" anchor="ctr">
            <a:normAutofit/>
          </a:bodyPr>
          <a:lstStyle>
            <a:lvl1pPr marL="0" indent="0" algn="ctr" rtl="1">
              <a:lnSpc>
                <a:spcPct val="120000"/>
              </a:lnSpc>
              <a:buNone/>
              <a:defRPr sz="4000" b="0" cap="all" spc="260" baseline="0">
                <a:solidFill>
                  <a:schemeClr val="tx2"/>
                </a:solidFill>
              </a:defRPr>
            </a:lvl1pPr>
            <a:lvl2pPr marL="228600" indent="0" algn="ctr" rtl="1">
              <a:lnSpc>
                <a:spcPct val="120000"/>
              </a:lnSpc>
              <a:buNone/>
              <a:defRPr sz="4000" b="0" cap="all" spc="260" baseline="0">
                <a:solidFill>
                  <a:schemeClr val="tx2"/>
                </a:solidFill>
              </a:defRPr>
            </a:lvl2pPr>
            <a:lvl3pPr marL="457200" indent="0" algn="ctr" rtl="1">
              <a:lnSpc>
                <a:spcPct val="120000"/>
              </a:lnSpc>
              <a:buNone/>
              <a:defRPr sz="4000" b="0" cap="all" spc="260" baseline="0">
                <a:solidFill>
                  <a:schemeClr val="tx2"/>
                </a:solidFill>
              </a:defRPr>
            </a:lvl3pPr>
            <a:lvl4pPr marL="685800" indent="0" algn="ctr" rtl="1">
              <a:lnSpc>
                <a:spcPct val="120000"/>
              </a:lnSpc>
              <a:buNone/>
              <a:defRPr sz="4000" b="0" cap="all" spc="260" baseline="0">
                <a:solidFill>
                  <a:schemeClr val="tx2"/>
                </a:solidFill>
              </a:defRPr>
            </a:lvl4pPr>
            <a:lvl5pPr marL="914400" indent="0" algn="ctr" rtl="1">
              <a:lnSpc>
                <a:spcPct val="120000"/>
              </a:lnSpc>
              <a:buNone/>
              <a:defRPr sz="4000" b="0" cap="all" spc="260" baseline="0">
                <a:solidFill>
                  <a:schemeClr val="tx2"/>
                </a:solidFill>
              </a:defRPr>
            </a:lvl5pPr>
          </a:lstStyle>
          <a:p>
            <a:pPr lvl="0" rtl="1"/>
            <a:r>
              <a:rPr lang="he"/>
              <a:t>לחץ כדי לערוך משפט</a:t>
            </a:r>
          </a:p>
          <a:p>
            <a:pPr lvl="1" rtl="1"/>
            <a:r>
              <a:rPr lang="he"/>
              <a:t>רמה שניה</a:t>
            </a:r>
          </a:p>
          <a:p>
            <a:pPr lvl="2" rtl="1"/>
            <a:r>
              <a:rPr lang="he"/>
              <a:t>רמה שלישית</a:t>
            </a:r>
          </a:p>
          <a:p>
            <a:pPr lvl="3" rtl="1"/>
            <a:r>
              <a:rPr lang="he"/>
              <a:t>רמה רביעית</a:t>
            </a:r>
          </a:p>
          <a:p>
            <a:pPr lvl="4" rtl="1"/>
            <a:r>
              <a:rPr lang="he"/>
              <a:t>רמה חמישית</a:t>
            </a:r>
          </a:p>
        </p:txBody>
      </p:sp>
      <p:sp>
        <p:nvSpPr>
          <p:cNvPr id="4" name="מציין מיקום של כותרת תחתונה 3">
            <a:extLst>
              <a:ext uri="{FF2B5EF4-FFF2-40B4-BE49-F238E27FC236}">
                <a16:creationId xmlns:a16="http://schemas.microsoft.com/office/drawing/2014/main" id="{3D56E87B-2252-4382-E6E7-15A81BCC8029}"/>
              </a:ext>
            </a:extLst>
          </p:cNvPr>
          <p:cNvSpPr>
            <a:spLocks noGrp="1"/>
          </p:cNvSpPr>
          <p:nvPr>
            <p:ph type="ftr" sz="quarter" idx="11"/>
          </p:nvPr>
        </p:nvSpPr>
        <p:spPr>
          <a:xfrm>
            <a:off x="640080" y="6445997"/>
            <a:ext cx="3949302" cy="365125"/>
          </a:xfrm>
        </p:spPr>
        <p:txBody>
          <a:bodyPr rtlCol="1"/>
          <a:lstStyle>
            <a:lvl1pPr algn="r" rtl="1">
              <a:defRPr>
                <a:solidFill>
                  <a:schemeClr val="tx2"/>
                </a:solidFill>
              </a:defRPr>
            </a:lvl1pPr>
          </a:lstStyle>
          <a:p>
            <a:pPr rtl="1"/>
            <a:r>
              <a:rPr lang="he"/>
              <a:t>טקסט כותרת תחתונה לדוגמה</a:t>
            </a:r>
          </a:p>
        </p:txBody>
      </p:sp>
      <p:sp>
        <p:nvSpPr>
          <p:cNvPr id="3" name="מציין מיקום של תאריך 2">
            <a:extLst>
              <a:ext uri="{FF2B5EF4-FFF2-40B4-BE49-F238E27FC236}">
                <a16:creationId xmlns:a16="http://schemas.microsoft.com/office/drawing/2014/main" id="{67F688C7-1128-9027-65E4-A17BBE7DDDF0}"/>
              </a:ext>
            </a:extLst>
          </p:cNvPr>
          <p:cNvSpPr>
            <a:spLocks noGrp="1"/>
          </p:cNvSpPr>
          <p:nvPr>
            <p:ph type="dt" sz="half" idx="10"/>
          </p:nvPr>
        </p:nvSpPr>
        <p:spPr/>
        <p:txBody>
          <a:bodyPr rtlCol="1"/>
          <a:lstStyle>
            <a:lvl1pPr algn="r" rtl="1">
              <a:defRPr>
                <a:solidFill>
                  <a:schemeClr val="tx2"/>
                </a:solidFill>
              </a:defRPr>
            </a:lvl1pPr>
          </a:lstStyle>
          <a:p>
            <a:pPr rtl="1"/>
            <a:r>
              <a:rPr lang="en-US"/>
              <a:t>11/08/2025</a:t>
            </a:r>
            <a:endParaRPr lang="en-US" dirty="0"/>
          </a:p>
        </p:txBody>
      </p:sp>
      <p:sp>
        <p:nvSpPr>
          <p:cNvPr id="5" name="מציין מיקום של מספר שקופית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rtlCol="1"/>
          <a:lstStyle>
            <a:lvl1pPr algn="r" rtl="1">
              <a:defRPr>
                <a:solidFill>
                  <a:schemeClr val="tx2"/>
                </a:solidFill>
              </a:defRPr>
            </a:lvl1pPr>
          </a:lstStyle>
          <a:p>
            <a:pPr rtl="1"/>
            <a:fld id="{DDF60B60-82CA-4BB9-BA6E-A62FADF2374B}" type="slidenum">
              <a:rPr lang="en-US" smtClean="0"/>
              <a:t>‹#›</a:t>
            </a:fld>
            <a:endParaRPr lang="en-US" dirty="0"/>
          </a:p>
        </p:txBody>
      </p:sp>
      <p:cxnSp>
        <p:nvCxnSpPr>
          <p:cNvPr id="6" name="מחבר ישר 5">
            <a:extLst>
              <a:ext uri="{FF2B5EF4-FFF2-40B4-BE49-F238E27FC236}">
                <a16:creationId xmlns:a16="http://schemas.microsoft.com/office/drawing/2014/main" id="{6D749579-0FDB-004C-88C7-AEAFA967138F}"/>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מחבר ישר 7">
            <a:extLst>
              <a:ext uri="{FF2B5EF4-FFF2-40B4-BE49-F238E27FC236}">
                <a16:creationId xmlns:a16="http://schemas.microsoft.com/office/drawing/2014/main" id="{7236D2D7-1E6C-18EB-97E2-3C716E213514}"/>
              </a:ext>
            </a:extLst>
          </p:cNvPr>
          <p:cNvCxnSpPr>
            <a:cxnSpLocks/>
          </p:cNvCxnSpPr>
          <p:nvPr/>
        </p:nvCxnSpPr>
        <p:spPr>
          <a:xfrm>
            <a:off x="4572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מחבר ישר 8">
            <a:extLst>
              <a:ext uri="{FF2B5EF4-FFF2-40B4-BE49-F238E27FC236}">
                <a16:creationId xmlns:a16="http://schemas.microsoft.com/office/drawing/2014/main" id="{CC134195-89D3-0A49-21C0-FCE233C5FA6B}"/>
              </a:ext>
            </a:extLst>
          </p:cNvPr>
          <p:cNvCxnSpPr>
            <a:cxnSpLocks/>
          </p:cNvCxnSpPr>
          <p:nvPr/>
        </p:nvCxnSpPr>
        <p:spPr>
          <a:xfrm flipH="1">
            <a:off x="0" y="459932"/>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מחבר ישר 9">
            <a:extLst>
              <a:ext uri="{FF2B5EF4-FFF2-40B4-BE49-F238E27FC236}">
                <a16:creationId xmlns:a16="http://schemas.microsoft.com/office/drawing/2014/main" id="{9A06AC78-B01D-B856-062B-5BDFA424140A}"/>
              </a:ext>
            </a:extLst>
          </p:cNvPr>
          <p:cNvCxnSpPr>
            <a:cxnSpLocks/>
          </p:cNvCxnSpPr>
          <p:nvPr/>
        </p:nvCxnSpPr>
        <p:spPr>
          <a:xfrm>
            <a:off x="117348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958208"/>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משפט 3">
    <p:bg>
      <p:bgRef idx="1001">
        <a:schemeClr val="bg2"/>
      </p:bgRef>
    </p:bg>
    <p:spTree>
      <p:nvGrpSpPr>
        <p:cNvPr id="1" name=""/>
        <p:cNvGrpSpPr/>
        <p:nvPr/>
      </p:nvGrpSpPr>
      <p:grpSpPr>
        <a:xfrm>
          <a:off x="0" y="0"/>
          <a:ext cx="0" cy="0"/>
          <a:chOff x="0" y="0"/>
          <a:chExt cx="0" cy="0"/>
        </a:xfrm>
      </p:grpSpPr>
      <p:sp>
        <p:nvSpPr>
          <p:cNvPr id="6" name="מלבן 5">
            <a:extLst>
              <a:ext uri="{FF2B5EF4-FFF2-40B4-BE49-F238E27FC236}">
                <a16:creationId xmlns:a16="http://schemas.microsoft.com/office/drawing/2014/main" id="{A54B8B42-1FAE-0461-C13E-F2663EC89061}"/>
              </a:ext>
            </a:extLst>
          </p:cNvPr>
          <p:cNvSpPr/>
          <p:nvPr/>
        </p:nvSpPr>
        <p:spPr>
          <a:xfrm>
            <a:off x="0" y="0"/>
            <a:ext cx="12192000" cy="6858000"/>
          </a:xfrm>
          <a:prstGeom prst="rect">
            <a:avLst/>
          </a:prstGeom>
          <a:solidFill>
            <a:schemeClr val="accent5">
              <a:lumMod val="40000"/>
              <a:lumOff val="60000"/>
              <a:alpha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1"/>
            <a:endParaRPr lang="en-US" dirty="0"/>
          </a:p>
        </p:txBody>
      </p:sp>
      <p:sp>
        <p:nvSpPr>
          <p:cNvPr id="2" name="כותרת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rtlCol="1"/>
          <a:lstStyle/>
          <a:p>
            <a:pPr rtl="1"/>
            <a:r>
              <a:rPr lang="he"/>
              <a:t>לחץ כדי לערוך סגנון כותרת של תבנית בסיס</a:t>
            </a:r>
            <a:endParaRPr lang="en-US" dirty="0"/>
          </a:p>
        </p:txBody>
      </p:sp>
      <p:sp>
        <p:nvSpPr>
          <p:cNvPr id="7" name="מציין מיקום תוכן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693103" y="1493520"/>
            <a:ext cx="8805794" cy="3911600"/>
          </a:xfrm>
        </p:spPr>
        <p:txBody>
          <a:bodyPr rtlCol="1" anchor="ctr">
            <a:normAutofit/>
          </a:bodyPr>
          <a:lstStyle>
            <a:lvl1pPr marL="0" indent="0" algn="ctr" rtl="1">
              <a:lnSpc>
                <a:spcPct val="110000"/>
              </a:lnSpc>
              <a:buNone/>
              <a:defRPr sz="5400" b="0">
                <a:solidFill>
                  <a:schemeClr val="tx2">
                    <a:alpha val="90000"/>
                  </a:schemeClr>
                </a:solidFill>
                <a:latin typeface="+mj-lt"/>
              </a:defRPr>
            </a:lvl1pPr>
            <a:lvl2pPr marL="228600" indent="0" algn="ctr" rtl="1">
              <a:lnSpc>
                <a:spcPct val="110000"/>
              </a:lnSpc>
              <a:buNone/>
              <a:defRPr sz="4800" b="0">
                <a:solidFill>
                  <a:schemeClr val="tx2">
                    <a:alpha val="90000"/>
                  </a:schemeClr>
                </a:solidFill>
                <a:latin typeface="+mj-lt"/>
              </a:defRPr>
            </a:lvl2pPr>
            <a:lvl3pPr marL="457200" indent="0" algn="ctr" rtl="1">
              <a:lnSpc>
                <a:spcPct val="110000"/>
              </a:lnSpc>
              <a:buNone/>
              <a:defRPr sz="4400" b="0">
                <a:solidFill>
                  <a:schemeClr val="tx2">
                    <a:alpha val="90000"/>
                  </a:schemeClr>
                </a:solidFill>
                <a:latin typeface="+mj-lt"/>
              </a:defRPr>
            </a:lvl3pPr>
            <a:lvl4pPr marL="685800" indent="0" algn="ctr" rtl="1">
              <a:lnSpc>
                <a:spcPct val="110000"/>
              </a:lnSpc>
              <a:buNone/>
              <a:defRPr sz="4000" b="0">
                <a:solidFill>
                  <a:schemeClr val="tx2">
                    <a:alpha val="90000"/>
                  </a:schemeClr>
                </a:solidFill>
                <a:latin typeface="+mj-lt"/>
              </a:defRPr>
            </a:lvl4pPr>
            <a:lvl5pPr marL="914400" indent="0" algn="ctr" rtl="1">
              <a:lnSpc>
                <a:spcPct val="110000"/>
              </a:lnSpc>
              <a:buNone/>
              <a:defRPr sz="3600" b="0">
                <a:solidFill>
                  <a:schemeClr val="tx2">
                    <a:alpha val="90000"/>
                  </a:schemeClr>
                </a:solidFill>
                <a:latin typeface="+mj-lt"/>
              </a:defRPr>
            </a:lvl5pPr>
          </a:lstStyle>
          <a:p>
            <a:pPr lvl="0" rtl="1"/>
            <a:r>
              <a:rPr lang="he"/>
              <a:t>לחץ כדי לערוך משפט</a:t>
            </a:r>
          </a:p>
          <a:p>
            <a:pPr lvl="1" rtl="1"/>
            <a:r>
              <a:rPr lang="he"/>
              <a:t>רמה שניה</a:t>
            </a:r>
          </a:p>
          <a:p>
            <a:pPr lvl="2" rtl="1"/>
            <a:r>
              <a:rPr lang="he"/>
              <a:t>רמה שלישית</a:t>
            </a:r>
          </a:p>
          <a:p>
            <a:pPr lvl="3" rtl="1"/>
            <a:r>
              <a:rPr lang="he"/>
              <a:t>רמה רביעית</a:t>
            </a:r>
          </a:p>
          <a:p>
            <a:pPr lvl="4" rtl="1"/>
            <a:r>
              <a:rPr lang="he"/>
              <a:t>רמה חמישית</a:t>
            </a:r>
          </a:p>
        </p:txBody>
      </p:sp>
      <p:sp>
        <p:nvSpPr>
          <p:cNvPr id="4" name="מציין מיקום של כותרת תחתונה 3">
            <a:extLst>
              <a:ext uri="{FF2B5EF4-FFF2-40B4-BE49-F238E27FC236}">
                <a16:creationId xmlns:a16="http://schemas.microsoft.com/office/drawing/2014/main" id="{3D56E87B-2252-4382-E6E7-15A81BCC8029}"/>
              </a:ext>
            </a:extLst>
          </p:cNvPr>
          <p:cNvSpPr>
            <a:spLocks noGrp="1"/>
          </p:cNvSpPr>
          <p:nvPr>
            <p:ph type="ftr" sz="quarter" idx="11"/>
          </p:nvPr>
        </p:nvSpPr>
        <p:spPr>
          <a:xfrm>
            <a:off x="640080" y="6445997"/>
            <a:ext cx="3949302" cy="365125"/>
          </a:xfrm>
        </p:spPr>
        <p:txBody>
          <a:bodyPr rtlCol="1"/>
          <a:lstStyle>
            <a:lvl1pPr algn="r" rtl="1">
              <a:defRPr>
                <a:solidFill>
                  <a:schemeClr val="tx2"/>
                </a:solidFill>
              </a:defRPr>
            </a:lvl1pPr>
          </a:lstStyle>
          <a:p>
            <a:pPr rtl="1"/>
            <a:r>
              <a:rPr lang="he"/>
              <a:t>טקסט כותרת תחתונה לדוגמה</a:t>
            </a:r>
          </a:p>
        </p:txBody>
      </p:sp>
      <p:sp>
        <p:nvSpPr>
          <p:cNvPr id="3" name="מציין מיקום של תאריך 2">
            <a:extLst>
              <a:ext uri="{FF2B5EF4-FFF2-40B4-BE49-F238E27FC236}">
                <a16:creationId xmlns:a16="http://schemas.microsoft.com/office/drawing/2014/main" id="{67F688C7-1128-9027-65E4-A17BBE7DDDF0}"/>
              </a:ext>
            </a:extLst>
          </p:cNvPr>
          <p:cNvSpPr>
            <a:spLocks noGrp="1"/>
          </p:cNvSpPr>
          <p:nvPr>
            <p:ph type="dt" sz="half" idx="10"/>
          </p:nvPr>
        </p:nvSpPr>
        <p:spPr/>
        <p:txBody>
          <a:bodyPr rtlCol="1"/>
          <a:lstStyle>
            <a:lvl1pPr algn="r" rtl="1">
              <a:defRPr>
                <a:solidFill>
                  <a:schemeClr val="tx2"/>
                </a:solidFill>
              </a:defRPr>
            </a:lvl1pPr>
          </a:lstStyle>
          <a:p>
            <a:pPr rtl="1"/>
            <a:r>
              <a:rPr lang="en-US"/>
              <a:t>11/08/2025</a:t>
            </a:r>
            <a:endParaRPr lang="en-US" dirty="0"/>
          </a:p>
        </p:txBody>
      </p:sp>
      <p:sp>
        <p:nvSpPr>
          <p:cNvPr id="5" name="מציין מיקום של מספר שקופית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rtlCol="1"/>
          <a:lstStyle>
            <a:lvl1pPr algn="r" rtl="1">
              <a:defRPr>
                <a:solidFill>
                  <a:schemeClr val="tx2"/>
                </a:solidFill>
              </a:defRPr>
            </a:lvl1pPr>
          </a:lstStyle>
          <a:p>
            <a:pPr rtl="1"/>
            <a:fld id="{DDF60B60-82CA-4BB9-BA6E-A62FADF2374B}" type="slidenum">
              <a:rPr lang="en-US" smtClean="0"/>
              <a:t>‹#›</a:t>
            </a:fld>
            <a:endParaRPr lang="en-US" dirty="0"/>
          </a:p>
        </p:txBody>
      </p:sp>
      <p:cxnSp>
        <p:nvCxnSpPr>
          <p:cNvPr id="9" name="מחבר ישר 8">
            <a:extLst>
              <a:ext uri="{FF2B5EF4-FFF2-40B4-BE49-F238E27FC236}">
                <a16:creationId xmlns:a16="http://schemas.microsoft.com/office/drawing/2014/main" id="{6C547212-589F-3A5C-2FF7-4E576B86E3A3}"/>
              </a:ext>
            </a:extLst>
          </p:cNvPr>
          <p:cNvCxnSpPr>
            <a:cxnSpLocks/>
          </p:cNvCxnSpPr>
          <p:nvPr/>
        </p:nvCxnSpPr>
        <p:spPr>
          <a:xfrm flipH="1">
            <a:off x="0" y="6398068"/>
            <a:ext cx="12192000" cy="0"/>
          </a:xfrm>
          <a:prstGeom prst="line">
            <a:avLst/>
          </a:prstGeom>
          <a:ln w="9525">
            <a:solidFill>
              <a:schemeClr val="bg2">
                <a:alpha val="40000"/>
              </a:schemeClr>
            </a:solidFill>
          </a:ln>
        </p:spPr>
        <p:style>
          <a:lnRef idx="1">
            <a:schemeClr val="accent1"/>
          </a:lnRef>
          <a:fillRef idx="0">
            <a:schemeClr val="accent1"/>
          </a:fillRef>
          <a:effectRef idx="0">
            <a:schemeClr val="accent1"/>
          </a:effectRef>
          <a:fontRef idx="minor">
            <a:schemeClr val="tx1"/>
          </a:fontRef>
        </p:style>
      </p:cxnSp>
      <p:cxnSp>
        <p:nvCxnSpPr>
          <p:cNvPr id="10" name="מחבר ישר 9">
            <a:extLst>
              <a:ext uri="{FF2B5EF4-FFF2-40B4-BE49-F238E27FC236}">
                <a16:creationId xmlns:a16="http://schemas.microsoft.com/office/drawing/2014/main" id="{440E2472-A2D0-B3C4-1592-E709B2EC9AD6}"/>
              </a:ext>
            </a:extLst>
          </p:cNvPr>
          <p:cNvCxnSpPr>
            <a:cxnSpLocks/>
          </p:cNvCxnSpPr>
          <p:nvPr/>
        </p:nvCxnSpPr>
        <p:spPr>
          <a:xfrm>
            <a:off x="457200" y="0"/>
            <a:ext cx="0" cy="6858000"/>
          </a:xfrm>
          <a:prstGeom prst="line">
            <a:avLst/>
          </a:prstGeom>
          <a:ln w="9525">
            <a:solidFill>
              <a:schemeClr val="bg2">
                <a:alpha val="40000"/>
              </a:schemeClr>
            </a:solidFill>
          </a:ln>
        </p:spPr>
        <p:style>
          <a:lnRef idx="1">
            <a:schemeClr val="accent1"/>
          </a:lnRef>
          <a:fillRef idx="0">
            <a:schemeClr val="accent1"/>
          </a:fillRef>
          <a:effectRef idx="0">
            <a:schemeClr val="accent1"/>
          </a:effectRef>
          <a:fontRef idx="minor">
            <a:schemeClr val="tx1"/>
          </a:fontRef>
        </p:style>
      </p:cxnSp>
      <p:cxnSp>
        <p:nvCxnSpPr>
          <p:cNvPr id="11" name="מחבר ישר 10">
            <a:extLst>
              <a:ext uri="{FF2B5EF4-FFF2-40B4-BE49-F238E27FC236}">
                <a16:creationId xmlns:a16="http://schemas.microsoft.com/office/drawing/2014/main" id="{2F95E0B8-C6C3-8095-D53F-FB618E39D7CE}"/>
              </a:ext>
            </a:extLst>
          </p:cNvPr>
          <p:cNvCxnSpPr>
            <a:cxnSpLocks/>
          </p:cNvCxnSpPr>
          <p:nvPr/>
        </p:nvCxnSpPr>
        <p:spPr>
          <a:xfrm flipH="1">
            <a:off x="0" y="459932"/>
            <a:ext cx="12192000" cy="0"/>
          </a:xfrm>
          <a:prstGeom prst="line">
            <a:avLst/>
          </a:prstGeom>
          <a:ln w="9525">
            <a:solidFill>
              <a:schemeClr val="bg2">
                <a:alpha val="40000"/>
              </a:schemeClr>
            </a:solidFill>
          </a:ln>
        </p:spPr>
        <p:style>
          <a:lnRef idx="1">
            <a:schemeClr val="accent1"/>
          </a:lnRef>
          <a:fillRef idx="0">
            <a:schemeClr val="accent1"/>
          </a:fillRef>
          <a:effectRef idx="0">
            <a:schemeClr val="accent1"/>
          </a:effectRef>
          <a:fontRef idx="minor">
            <a:schemeClr val="tx1"/>
          </a:fontRef>
        </p:style>
      </p:cxnSp>
      <p:cxnSp>
        <p:nvCxnSpPr>
          <p:cNvPr id="12" name="מחבר ישר 11">
            <a:extLst>
              <a:ext uri="{FF2B5EF4-FFF2-40B4-BE49-F238E27FC236}">
                <a16:creationId xmlns:a16="http://schemas.microsoft.com/office/drawing/2014/main" id="{DAD2DF78-237E-1E21-906C-273460F55F55}"/>
              </a:ext>
            </a:extLst>
          </p:cNvPr>
          <p:cNvCxnSpPr>
            <a:cxnSpLocks/>
          </p:cNvCxnSpPr>
          <p:nvPr/>
        </p:nvCxnSpPr>
        <p:spPr>
          <a:xfrm>
            <a:off x="11734800" y="0"/>
            <a:ext cx="0" cy="6858000"/>
          </a:xfrm>
          <a:prstGeom prst="line">
            <a:avLst/>
          </a:prstGeom>
          <a:ln w="9525">
            <a:solidFill>
              <a:schemeClr val="bg2">
                <a:alpha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33551971"/>
      </p:ext>
    </p:extLst>
  </p:cSld>
  <p:clrMapOvr>
    <a:overrideClrMapping bg1="lt1" tx1="dk1" bg2="lt2" tx2="dk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משפט 4">
    <p:bg>
      <p:bgRef idx="1001">
        <a:schemeClr val="bg2"/>
      </p:bgRef>
    </p:bg>
    <p:spTree>
      <p:nvGrpSpPr>
        <p:cNvPr id="1" name=""/>
        <p:cNvGrpSpPr/>
        <p:nvPr/>
      </p:nvGrpSpPr>
      <p:grpSpPr>
        <a:xfrm>
          <a:off x="0" y="0"/>
          <a:ext cx="0" cy="0"/>
          <a:chOff x="0" y="0"/>
          <a:chExt cx="0" cy="0"/>
        </a:xfrm>
      </p:grpSpPr>
      <p:sp>
        <p:nvSpPr>
          <p:cNvPr id="9" name="מלבן 8">
            <a:extLst>
              <a:ext uri="{FF2B5EF4-FFF2-40B4-BE49-F238E27FC236}">
                <a16:creationId xmlns:a16="http://schemas.microsoft.com/office/drawing/2014/main" id="{FEAF5849-739D-C101-47C3-B7745B65C36B}"/>
              </a:ext>
            </a:extLst>
          </p:cNvPr>
          <p:cNvSpPr/>
          <p:nvPr/>
        </p:nvSpPr>
        <p:spPr>
          <a:xfrm>
            <a:off x="0" y="0"/>
            <a:ext cx="12192000" cy="6858000"/>
          </a:xfrm>
          <a:prstGeom prst="rect">
            <a:avLst/>
          </a:prstGeom>
          <a:solidFill>
            <a:schemeClr val="accent5">
              <a:lumMod val="40000"/>
              <a:lumOff val="60000"/>
              <a:alpha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1"/>
            <a:endParaRPr lang="en-US" dirty="0"/>
          </a:p>
        </p:txBody>
      </p:sp>
      <p:sp>
        <p:nvSpPr>
          <p:cNvPr id="2" name="כותרת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rtlCol="1"/>
          <a:lstStyle/>
          <a:p>
            <a:pPr rtl="1"/>
            <a:r>
              <a:rPr lang="he"/>
              <a:t>לחץ כדי לערוך סגנון כותרת של תבנית בסיס</a:t>
            </a:r>
            <a:endParaRPr lang="en-US" dirty="0"/>
          </a:p>
        </p:txBody>
      </p:sp>
      <p:sp>
        <p:nvSpPr>
          <p:cNvPr id="7" name="מציין מיקום תוכן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201" y="726618"/>
            <a:ext cx="9057452" cy="3959677"/>
          </a:xfrm>
        </p:spPr>
        <p:txBody>
          <a:bodyPr rtlCol="1" anchor="ctr">
            <a:noAutofit/>
          </a:bodyPr>
          <a:lstStyle>
            <a:lvl1pPr marL="0" indent="0" algn="r" rtl="1">
              <a:lnSpc>
                <a:spcPct val="100000"/>
              </a:lnSpc>
              <a:buNone/>
              <a:defRPr sz="6200" b="0">
                <a:solidFill>
                  <a:schemeClr val="tx2">
                    <a:alpha val="90000"/>
                  </a:schemeClr>
                </a:solidFill>
                <a:latin typeface="+mj-lt"/>
              </a:defRPr>
            </a:lvl1pPr>
            <a:lvl2pPr marL="228600" indent="0" algn="r" rtl="1">
              <a:lnSpc>
                <a:spcPct val="100000"/>
              </a:lnSpc>
              <a:buNone/>
              <a:defRPr sz="6200" b="0">
                <a:solidFill>
                  <a:schemeClr val="tx2">
                    <a:alpha val="90000"/>
                  </a:schemeClr>
                </a:solidFill>
                <a:latin typeface="+mj-lt"/>
              </a:defRPr>
            </a:lvl2pPr>
            <a:lvl3pPr marL="457200" indent="0" algn="r" rtl="1">
              <a:lnSpc>
                <a:spcPct val="100000"/>
              </a:lnSpc>
              <a:buNone/>
              <a:defRPr sz="6200" b="0">
                <a:solidFill>
                  <a:schemeClr val="tx2">
                    <a:alpha val="90000"/>
                  </a:schemeClr>
                </a:solidFill>
                <a:latin typeface="+mj-lt"/>
              </a:defRPr>
            </a:lvl3pPr>
            <a:lvl4pPr marL="685800" indent="0" algn="r" rtl="1">
              <a:lnSpc>
                <a:spcPct val="100000"/>
              </a:lnSpc>
              <a:buNone/>
              <a:defRPr sz="6200" b="0">
                <a:solidFill>
                  <a:schemeClr val="tx2">
                    <a:alpha val="90000"/>
                  </a:schemeClr>
                </a:solidFill>
                <a:latin typeface="+mj-lt"/>
              </a:defRPr>
            </a:lvl4pPr>
            <a:lvl5pPr marL="914400" indent="0" algn="r" rtl="1">
              <a:lnSpc>
                <a:spcPct val="100000"/>
              </a:lnSpc>
              <a:buNone/>
              <a:defRPr sz="6200" b="0">
                <a:solidFill>
                  <a:schemeClr val="tx2">
                    <a:alpha val="90000"/>
                  </a:schemeClr>
                </a:solidFill>
                <a:latin typeface="+mj-lt"/>
              </a:defRPr>
            </a:lvl5pPr>
          </a:lstStyle>
          <a:p>
            <a:pPr lvl="0" rtl="1"/>
            <a:r>
              <a:rPr lang="he"/>
              <a:t>לחץ כדי לערוך משפט</a:t>
            </a:r>
          </a:p>
          <a:p>
            <a:pPr lvl="1" rtl="1"/>
            <a:r>
              <a:rPr lang="he"/>
              <a:t>רמה שניה</a:t>
            </a:r>
          </a:p>
          <a:p>
            <a:pPr lvl="2" rtl="1"/>
            <a:r>
              <a:rPr lang="he"/>
              <a:t>רמה שלישית</a:t>
            </a:r>
          </a:p>
          <a:p>
            <a:pPr lvl="3" rtl="1"/>
            <a:r>
              <a:rPr lang="he"/>
              <a:t>רמה רביעית</a:t>
            </a:r>
          </a:p>
          <a:p>
            <a:pPr lvl="4" rtl="1"/>
            <a:r>
              <a:rPr lang="he"/>
              <a:t>רמה חמישית</a:t>
            </a:r>
          </a:p>
        </p:txBody>
      </p:sp>
      <p:sp>
        <p:nvSpPr>
          <p:cNvPr id="4" name="מציין מיקום של כותרת תחתונה 3">
            <a:extLst>
              <a:ext uri="{FF2B5EF4-FFF2-40B4-BE49-F238E27FC236}">
                <a16:creationId xmlns:a16="http://schemas.microsoft.com/office/drawing/2014/main" id="{3D56E87B-2252-4382-E6E7-15A81BCC8029}"/>
              </a:ext>
            </a:extLst>
          </p:cNvPr>
          <p:cNvSpPr>
            <a:spLocks noGrp="1"/>
          </p:cNvSpPr>
          <p:nvPr>
            <p:ph type="ftr" sz="quarter" idx="11"/>
          </p:nvPr>
        </p:nvSpPr>
        <p:spPr>
          <a:xfrm>
            <a:off x="457200" y="6445997"/>
            <a:ext cx="3949302" cy="365125"/>
          </a:xfrm>
        </p:spPr>
        <p:txBody>
          <a:bodyPr rtlCol="1"/>
          <a:lstStyle>
            <a:lvl1pPr algn="r" rtl="1">
              <a:defRPr>
                <a:solidFill>
                  <a:schemeClr val="tx2"/>
                </a:solidFill>
              </a:defRPr>
            </a:lvl1pPr>
          </a:lstStyle>
          <a:p>
            <a:pPr rtl="1"/>
            <a:r>
              <a:rPr lang="he"/>
              <a:t>טקסט כותרת תחתונה לדוגמה</a:t>
            </a:r>
          </a:p>
        </p:txBody>
      </p:sp>
      <p:sp>
        <p:nvSpPr>
          <p:cNvPr id="3" name="מציין מיקום של תאריך 2">
            <a:extLst>
              <a:ext uri="{FF2B5EF4-FFF2-40B4-BE49-F238E27FC236}">
                <a16:creationId xmlns:a16="http://schemas.microsoft.com/office/drawing/2014/main" id="{67F688C7-1128-9027-65E4-A17BBE7DDDF0}"/>
              </a:ext>
            </a:extLst>
          </p:cNvPr>
          <p:cNvSpPr>
            <a:spLocks noGrp="1"/>
          </p:cNvSpPr>
          <p:nvPr>
            <p:ph type="dt" sz="half" idx="10"/>
          </p:nvPr>
        </p:nvSpPr>
        <p:spPr/>
        <p:txBody>
          <a:bodyPr rtlCol="1"/>
          <a:lstStyle>
            <a:lvl1pPr algn="r" rtl="1">
              <a:defRPr>
                <a:solidFill>
                  <a:schemeClr val="tx2"/>
                </a:solidFill>
              </a:defRPr>
            </a:lvl1pPr>
          </a:lstStyle>
          <a:p>
            <a:pPr rtl="1"/>
            <a:r>
              <a:rPr lang="en-US"/>
              <a:t>11/08/2025</a:t>
            </a:r>
            <a:endParaRPr lang="en-US" dirty="0"/>
          </a:p>
        </p:txBody>
      </p:sp>
      <p:sp>
        <p:nvSpPr>
          <p:cNvPr id="5" name="מציין מיקום של מספר שקופית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rtlCol="1"/>
          <a:lstStyle>
            <a:lvl1pPr algn="r" rtl="1">
              <a:defRPr>
                <a:solidFill>
                  <a:schemeClr val="tx2"/>
                </a:solidFill>
              </a:defRPr>
            </a:lvl1pPr>
          </a:lstStyle>
          <a:p>
            <a:pPr rtl="1"/>
            <a:fld id="{DDF60B60-82CA-4BB9-BA6E-A62FADF2374B}" type="slidenum">
              <a:rPr lang="en-US" smtClean="0"/>
              <a:t>‹#›</a:t>
            </a:fld>
            <a:endParaRPr lang="en-US" dirty="0"/>
          </a:p>
        </p:txBody>
      </p:sp>
      <p:cxnSp>
        <p:nvCxnSpPr>
          <p:cNvPr id="6" name="מחבר ישר 5">
            <a:extLst>
              <a:ext uri="{FF2B5EF4-FFF2-40B4-BE49-F238E27FC236}">
                <a16:creationId xmlns:a16="http://schemas.microsoft.com/office/drawing/2014/main" id="{7E668AFA-4F03-20A8-1BA4-B3199B0ED0C7}"/>
              </a:ext>
            </a:extLst>
          </p:cNvPr>
          <p:cNvCxnSpPr>
            <a:cxnSpLocks/>
          </p:cNvCxnSpPr>
          <p:nvPr/>
        </p:nvCxnSpPr>
        <p:spPr>
          <a:xfrm flipH="1">
            <a:off x="0" y="5284684"/>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מחבר ישר 7">
            <a:extLst>
              <a:ext uri="{FF2B5EF4-FFF2-40B4-BE49-F238E27FC236}">
                <a16:creationId xmlns:a16="http://schemas.microsoft.com/office/drawing/2014/main" id="{22798B79-8105-6FCD-C65A-F6BE09F875EB}"/>
              </a:ext>
            </a:extLst>
          </p:cNvPr>
          <p:cNvCxnSpPr>
            <a:cxnSpLocks/>
          </p:cNvCxnSpPr>
          <p:nvPr/>
        </p:nvCxnSpPr>
        <p:spPr>
          <a:xfrm>
            <a:off x="10624726"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91580160"/>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ציטוט">
    <p:bg>
      <p:bgRef idx="1001">
        <a:schemeClr val="bg2"/>
      </p:bgRef>
    </p:bg>
    <p:spTree>
      <p:nvGrpSpPr>
        <p:cNvPr id="1" name=""/>
        <p:cNvGrpSpPr/>
        <p:nvPr/>
      </p:nvGrpSpPr>
      <p:grpSpPr>
        <a:xfrm>
          <a:off x="0" y="0"/>
          <a:ext cx="0" cy="0"/>
          <a:chOff x="0" y="0"/>
          <a:chExt cx="0" cy="0"/>
        </a:xfrm>
      </p:grpSpPr>
      <p:sp>
        <p:nvSpPr>
          <p:cNvPr id="7" name="מלבן 6">
            <a:extLst>
              <a:ext uri="{FF2B5EF4-FFF2-40B4-BE49-F238E27FC236}">
                <a16:creationId xmlns:a16="http://schemas.microsoft.com/office/drawing/2014/main" id="{947DCC75-46A1-9953-9459-89672E9805A8}"/>
              </a:ext>
            </a:extLst>
          </p:cNvPr>
          <p:cNvSpPr/>
          <p:nvPr/>
        </p:nvSpPr>
        <p:spPr>
          <a:xfrm>
            <a:off x="0" y="0"/>
            <a:ext cx="12192000" cy="6858000"/>
          </a:xfrm>
          <a:prstGeom prst="rect">
            <a:avLst/>
          </a:prstGeom>
          <a:solidFill>
            <a:schemeClr val="accent1">
              <a:lumMod val="40000"/>
              <a:lumOff val="60000"/>
              <a:alpha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1"/>
            <a:endParaRPr lang="en-US" dirty="0"/>
          </a:p>
        </p:txBody>
      </p:sp>
      <p:sp>
        <p:nvSpPr>
          <p:cNvPr id="2" name="כותרת 1">
            <a:extLst>
              <a:ext uri="{FF2B5EF4-FFF2-40B4-BE49-F238E27FC236}">
                <a16:creationId xmlns:a16="http://schemas.microsoft.com/office/drawing/2014/main" id="{823F0761-EA67-F7D1-62E4-095EADA262F0}"/>
              </a:ext>
            </a:extLst>
          </p:cNvPr>
          <p:cNvSpPr>
            <a:spLocks noGrp="1"/>
          </p:cNvSpPr>
          <p:nvPr>
            <p:ph type="title" hasCustomPrompt="1"/>
          </p:nvPr>
        </p:nvSpPr>
        <p:spPr>
          <a:xfrm>
            <a:off x="1562100" y="5549186"/>
            <a:ext cx="9199563" cy="653184"/>
          </a:xfrm>
        </p:spPr>
        <p:txBody>
          <a:bodyPr rtlCol="1" anchor="ctr">
            <a:normAutofit/>
          </a:bodyPr>
          <a:lstStyle>
            <a:lvl1pPr algn="r" rtl="1">
              <a:lnSpc>
                <a:spcPct val="120000"/>
              </a:lnSpc>
              <a:defRPr sz="1800" b="1" cap="all" spc="100" baseline="0">
                <a:solidFill>
                  <a:schemeClr val="accent4">
                    <a:lumMod val="75000"/>
                  </a:schemeClr>
                </a:solidFill>
                <a:latin typeface="+mn-lt"/>
              </a:defRPr>
            </a:lvl1pPr>
          </a:lstStyle>
          <a:p>
            <a:pPr rtl="1"/>
            <a:r>
              <a:rPr lang="he"/>
              <a:t>מחבר ציטוט</a:t>
            </a:r>
          </a:p>
        </p:txBody>
      </p:sp>
      <p:sp>
        <p:nvSpPr>
          <p:cNvPr id="10" name="מציין מיקום תוכן 9">
            <a:extLst>
              <a:ext uri="{FF2B5EF4-FFF2-40B4-BE49-F238E27FC236}">
                <a16:creationId xmlns:a16="http://schemas.microsoft.com/office/drawing/2014/main" id="{636EB602-83B2-B4EE-7805-FB94B7747666}"/>
              </a:ext>
            </a:extLst>
          </p:cNvPr>
          <p:cNvSpPr>
            <a:spLocks noGrp="1"/>
          </p:cNvSpPr>
          <p:nvPr>
            <p:ph sz="quarter" idx="14" hasCustomPrompt="1"/>
          </p:nvPr>
        </p:nvSpPr>
        <p:spPr>
          <a:xfrm>
            <a:off x="1562100" y="823913"/>
            <a:ext cx="9199563" cy="3614737"/>
          </a:xfrm>
        </p:spPr>
        <p:txBody>
          <a:bodyPr rtlCol="1" anchor="ctr">
            <a:normAutofit/>
          </a:bodyPr>
          <a:lstStyle>
            <a:lvl1pPr marL="182880" indent="-182880" algn="r" rtl="1">
              <a:buNone/>
              <a:defRPr sz="4000">
                <a:solidFill>
                  <a:schemeClr val="accent4">
                    <a:lumMod val="75000"/>
                  </a:schemeClr>
                </a:solidFill>
                <a:latin typeface="+mj-lt"/>
              </a:defRPr>
            </a:lvl1pPr>
          </a:lstStyle>
          <a:p>
            <a:pPr lvl="0" rtl="1"/>
            <a:r>
              <a:rPr lang="he"/>
              <a:t>לחץ כדי לערוך ציטוט</a:t>
            </a:r>
          </a:p>
        </p:txBody>
      </p:sp>
      <p:sp>
        <p:nvSpPr>
          <p:cNvPr id="4" name="מציין מיקום של כותרת תחתונה 3">
            <a:extLst>
              <a:ext uri="{FF2B5EF4-FFF2-40B4-BE49-F238E27FC236}">
                <a16:creationId xmlns:a16="http://schemas.microsoft.com/office/drawing/2014/main" id="{B54C2DF4-76B6-1299-74E1-66F403C01A3C}"/>
              </a:ext>
            </a:extLst>
          </p:cNvPr>
          <p:cNvSpPr>
            <a:spLocks noGrp="1"/>
          </p:cNvSpPr>
          <p:nvPr>
            <p:ph type="ftr" sz="quarter" idx="11"/>
          </p:nvPr>
        </p:nvSpPr>
        <p:spPr>
          <a:xfrm>
            <a:off x="685800" y="6445997"/>
            <a:ext cx="3949302" cy="365125"/>
          </a:xfrm>
        </p:spPr>
        <p:txBody>
          <a:bodyPr rtlCol="1"/>
          <a:lstStyle>
            <a:lvl1pPr algn="r" rtl="1">
              <a:defRPr>
                <a:solidFill>
                  <a:schemeClr val="tx2"/>
                </a:solidFill>
              </a:defRPr>
            </a:lvl1pPr>
          </a:lstStyle>
          <a:p>
            <a:pPr rtl="1"/>
            <a:r>
              <a:rPr lang="he"/>
              <a:t>טקסט כותרת תחתונה לדוגמה</a:t>
            </a:r>
          </a:p>
        </p:txBody>
      </p:sp>
      <p:sp>
        <p:nvSpPr>
          <p:cNvPr id="3" name="מציין מיקום של תאריך 2">
            <a:extLst>
              <a:ext uri="{FF2B5EF4-FFF2-40B4-BE49-F238E27FC236}">
                <a16:creationId xmlns:a16="http://schemas.microsoft.com/office/drawing/2014/main" id="{49A78CD0-57A9-DB86-E3A3-40628E6D68B7}"/>
              </a:ext>
            </a:extLst>
          </p:cNvPr>
          <p:cNvSpPr>
            <a:spLocks noGrp="1"/>
          </p:cNvSpPr>
          <p:nvPr>
            <p:ph type="dt" sz="half" idx="10"/>
          </p:nvPr>
        </p:nvSpPr>
        <p:spPr/>
        <p:txBody>
          <a:bodyPr rtlCol="1"/>
          <a:lstStyle>
            <a:lvl1pPr algn="r" rtl="1">
              <a:defRPr>
                <a:solidFill>
                  <a:schemeClr val="tx2"/>
                </a:solidFill>
              </a:defRPr>
            </a:lvl1pPr>
          </a:lstStyle>
          <a:p>
            <a:pPr rtl="1"/>
            <a:r>
              <a:rPr lang="en-US"/>
              <a:t>11/08/2025</a:t>
            </a:r>
            <a:endParaRPr lang="en-US" dirty="0"/>
          </a:p>
        </p:txBody>
      </p:sp>
      <p:sp>
        <p:nvSpPr>
          <p:cNvPr id="5" name="מציין מיקום של מספר שקופית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rtlCol="1"/>
          <a:lstStyle>
            <a:lvl1pPr algn="r" rtl="1">
              <a:defRPr>
                <a:solidFill>
                  <a:schemeClr val="tx2"/>
                </a:solidFill>
              </a:defRPr>
            </a:lvl1pPr>
          </a:lstStyle>
          <a:p>
            <a:pPr rtl="1"/>
            <a:fld id="{DDF60B60-82CA-4BB9-BA6E-A62FADF2374B}" type="slidenum">
              <a:rPr lang="en-US" smtClean="0"/>
              <a:t>‹#›</a:t>
            </a:fld>
            <a:endParaRPr lang="en-US" dirty="0"/>
          </a:p>
        </p:txBody>
      </p:sp>
      <p:cxnSp>
        <p:nvCxnSpPr>
          <p:cNvPr id="6" name="מחבר ישר 5">
            <a:extLst>
              <a:ext uri="{FF2B5EF4-FFF2-40B4-BE49-F238E27FC236}">
                <a16:creationId xmlns:a16="http://schemas.microsoft.com/office/drawing/2014/main" id="{741338F2-C5CE-45A7-7748-138B348BA1E7}"/>
              </a:ext>
            </a:extLst>
          </p:cNvPr>
          <p:cNvCxnSpPr>
            <a:cxnSpLocks/>
          </p:cNvCxnSpPr>
          <p:nvPr/>
        </p:nvCxnSpPr>
        <p:spPr>
          <a:xfrm>
            <a:off x="457200" y="0"/>
            <a:ext cx="0" cy="685800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cxnSp>
        <p:nvCxnSpPr>
          <p:cNvPr id="8" name="מחבר ישר 7">
            <a:extLst>
              <a:ext uri="{FF2B5EF4-FFF2-40B4-BE49-F238E27FC236}">
                <a16:creationId xmlns:a16="http://schemas.microsoft.com/office/drawing/2014/main" id="{A14CFB94-8AB3-65DB-0B12-EC4F7DAAEBF7}"/>
              </a:ext>
            </a:extLst>
          </p:cNvPr>
          <p:cNvCxnSpPr>
            <a:cxnSpLocks/>
          </p:cNvCxnSpPr>
          <p:nvPr/>
        </p:nvCxnSpPr>
        <p:spPr>
          <a:xfrm flipH="1">
            <a:off x="0" y="5043721"/>
            <a:ext cx="12192000" cy="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5546094"/>
      </p:ext>
    </p:extLst>
  </p:cSld>
  <p:clrMapOvr>
    <a:overrideClrMapping bg1="lt1" tx1="dk1" bg2="lt2" tx2="dk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ציטוט 2">
    <p:bg>
      <p:bgRef idx="1001">
        <a:schemeClr val="bg2"/>
      </p:bgRef>
    </p:bg>
    <p:spTree>
      <p:nvGrpSpPr>
        <p:cNvPr id="1" name=""/>
        <p:cNvGrpSpPr/>
        <p:nvPr/>
      </p:nvGrpSpPr>
      <p:grpSpPr>
        <a:xfrm>
          <a:off x="0" y="0"/>
          <a:ext cx="0" cy="0"/>
          <a:chOff x="0" y="0"/>
          <a:chExt cx="0" cy="0"/>
        </a:xfrm>
      </p:grpSpPr>
      <p:sp>
        <p:nvSpPr>
          <p:cNvPr id="6" name="מלבן 5">
            <a:extLst>
              <a:ext uri="{FF2B5EF4-FFF2-40B4-BE49-F238E27FC236}">
                <a16:creationId xmlns:a16="http://schemas.microsoft.com/office/drawing/2014/main" id="{3C0E8326-1507-F48A-851B-53763210D1ED}"/>
              </a:ext>
            </a:extLst>
          </p:cNvPr>
          <p:cNvSpPr/>
          <p:nvPr/>
        </p:nvSpPr>
        <p:spPr>
          <a:xfrm>
            <a:off x="0" y="0"/>
            <a:ext cx="12192000" cy="6858000"/>
          </a:xfrm>
          <a:prstGeom prst="rect">
            <a:avLst/>
          </a:prstGeom>
          <a:solidFill>
            <a:schemeClr val="accent1">
              <a:lumMod val="20000"/>
              <a:lumOff val="80000"/>
              <a:alpha val="9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1"/>
            <a:endParaRPr lang="en-US" dirty="0"/>
          </a:p>
        </p:txBody>
      </p:sp>
      <p:sp>
        <p:nvSpPr>
          <p:cNvPr id="2" name="כותרת 1">
            <a:extLst>
              <a:ext uri="{FF2B5EF4-FFF2-40B4-BE49-F238E27FC236}">
                <a16:creationId xmlns:a16="http://schemas.microsoft.com/office/drawing/2014/main" id="{823F0761-EA67-F7D1-62E4-095EADA262F0}"/>
              </a:ext>
            </a:extLst>
          </p:cNvPr>
          <p:cNvSpPr>
            <a:spLocks noGrp="1"/>
          </p:cNvSpPr>
          <p:nvPr>
            <p:ph type="title" hasCustomPrompt="1"/>
          </p:nvPr>
        </p:nvSpPr>
        <p:spPr>
          <a:xfrm>
            <a:off x="1562100" y="5549186"/>
            <a:ext cx="7900414" cy="653184"/>
          </a:xfrm>
        </p:spPr>
        <p:txBody>
          <a:bodyPr rtlCol="1" anchor="ctr">
            <a:normAutofit/>
          </a:bodyPr>
          <a:lstStyle>
            <a:lvl1pPr algn="r" rtl="1">
              <a:lnSpc>
                <a:spcPct val="120000"/>
              </a:lnSpc>
              <a:defRPr sz="1800" b="1" cap="all" spc="100" baseline="0">
                <a:solidFill>
                  <a:schemeClr val="accent1"/>
                </a:solidFill>
                <a:latin typeface="+mn-lt"/>
              </a:defRPr>
            </a:lvl1pPr>
          </a:lstStyle>
          <a:p>
            <a:pPr rtl="1"/>
            <a:r>
              <a:rPr lang="he"/>
              <a:t>מחבר ציטוט</a:t>
            </a:r>
          </a:p>
        </p:txBody>
      </p:sp>
      <p:sp>
        <p:nvSpPr>
          <p:cNvPr id="10" name="מציין מיקום תוכן 9">
            <a:extLst>
              <a:ext uri="{FF2B5EF4-FFF2-40B4-BE49-F238E27FC236}">
                <a16:creationId xmlns:a16="http://schemas.microsoft.com/office/drawing/2014/main" id="{636EB602-83B2-B4EE-7805-FB94B7747666}"/>
              </a:ext>
            </a:extLst>
          </p:cNvPr>
          <p:cNvSpPr>
            <a:spLocks noGrp="1"/>
          </p:cNvSpPr>
          <p:nvPr>
            <p:ph sz="quarter" idx="14" hasCustomPrompt="1"/>
          </p:nvPr>
        </p:nvSpPr>
        <p:spPr>
          <a:xfrm>
            <a:off x="1562100" y="823913"/>
            <a:ext cx="7900416" cy="3614737"/>
          </a:xfrm>
        </p:spPr>
        <p:txBody>
          <a:bodyPr rtlCol="1" anchor="ctr">
            <a:normAutofit/>
          </a:bodyPr>
          <a:lstStyle>
            <a:lvl1pPr marL="182880" indent="-182880" algn="r" rtl="1">
              <a:buNone/>
              <a:defRPr sz="4000">
                <a:solidFill>
                  <a:schemeClr val="tx2">
                    <a:alpha val="80000"/>
                  </a:schemeClr>
                </a:solidFill>
                <a:latin typeface="+mj-lt"/>
              </a:defRPr>
            </a:lvl1pPr>
          </a:lstStyle>
          <a:p>
            <a:pPr lvl="0" rtl="1"/>
            <a:r>
              <a:rPr lang="he"/>
              <a:t>לחץ כדי לערוך ציטוט</a:t>
            </a:r>
          </a:p>
        </p:txBody>
      </p:sp>
      <p:sp>
        <p:nvSpPr>
          <p:cNvPr id="4" name="מציין מיקום של כותרת תחתונה 3">
            <a:extLst>
              <a:ext uri="{FF2B5EF4-FFF2-40B4-BE49-F238E27FC236}">
                <a16:creationId xmlns:a16="http://schemas.microsoft.com/office/drawing/2014/main" id="{B54C2DF4-76B6-1299-74E1-66F403C01A3C}"/>
              </a:ext>
            </a:extLst>
          </p:cNvPr>
          <p:cNvSpPr>
            <a:spLocks noGrp="1"/>
          </p:cNvSpPr>
          <p:nvPr>
            <p:ph type="ftr" sz="quarter" idx="11"/>
          </p:nvPr>
        </p:nvSpPr>
        <p:spPr/>
        <p:txBody>
          <a:bodyPr rtlCol="1"/>
          <a:lstStyle>
            <a:lvl1pPr algn="r" rtl="1">
              <a:defRPr>
                <a:solidFill>
                  <a:schemeClr val="tx2"/>
                </a:solidFill>
              </a:defRPr>
            </a:lvl1pPr>
          </a:lstStyle>
          <a:p>
            <a:pPr rtl="1"/>
            <a:r>
              <a:rPr lang="he"/>
              <a:t>טקסט כותרת תחתונה לדוגמה</a:t>
            </a:r>
          </a:p>
        </p:txBody>
      </p:sp>
      <p:sp>
        <p:nvSpPr>
          <p:cNvPr id="3" name="מציין מיקום של תאריך 2">
            <a:extLst>
              <a:ext uri="{FF2B5EF4-FFF2-40B4-BE49-F238E27FC236}">
                <a16:creationId xmlns:a16="http://schemas.microsoft.com/office/drawing/2014/main" id="{49A78CD0-57A9-DB86-E3A3-40628E6D68B7}"/>
              </a:ext>
            </a:extLst>
          </p:cNvPr>
          <p:cNvSpPr>
            <a:spLocks noGrp="1"/>
          </p:cNvSpPr>
          <p:nvPr>
            <p:ph type="dt" sz="half" idx="10"/>
          </p:nvPr>
        </p:nvSpPr>
        <p:spPr/>
        <p:txBody>
          <a:bodyPr rtlCol="1"/>
          <a:lstStyle>
            <a:lvl1pPr algn="r" rtl="1">
              <a:defRPr>
                <a:solidFill>
                  <a:schemeClr val="tx2"/>
                </a:solidFill>
              </a:defRPr>
            </a:lvl1pPr>
          </a:lstStyle>
          <a:p>
            <a:pPr rtl="1"/>
            <a:r>
              <a:rPr lang="en-US"/>
              <a:t>11/08/2025</a:t>
            </a:r>
            <a:endParaRPr lang="en-US" dirty="0"/>
          </a:p>
        </p:txBody>
      </p:sp>
      <p:sp>
        <p:nvSpPr>
          <p:cNvPr id="5" name="מציין מיקום של מספר שקופית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rtlCol="1"/>
          <a:lstStyle>
            <a:lvl1pPr algn="r" rtl="1">
              <a:defRPr>
                <a:solidFill>
                  <a:schemeClr val="tx2"/>
                </a:solidFill>
              </a:defRPr>
            </a:lvl1pPr>
          </a:lstStyle>
          <a:p>
            <a:pPr rtl="1"/>
            <a:fld id="{DDF60B60-82CA-4BB9-BA6E-A62FADF2374B}" type="slidenum">
              <a:rPr lang="en-US" smtClean="0"/>
              <a:t>‹#›</a:t>
            </a:fld>
            <a:endParaRPr lang="en-US" dirty="0"/>
          </a:p>
        </p:txBody>
      </p:sp>
      <p:cxnSp>
        <p:nvCxnSpPr>
          <p:cNvPr id="7" name="מחבר ישר 6">
            <a:extLst>
              <a:ext uri="{FF2B5EF4-FFF2-40B4-BE49-F238E27FC236}">
                <a16:creationId xmlns:a16="http://schemas.microsoft.com/office/drawing/2014/main" id="{207475CC-2E7D-619F-AFAD-0EB2BC1DFC40}"/>
              </a:ext>
            </a:extLst>
          </p:cNvPr>
          <p:cNvCxnSpPr>
            <a:cxnSpLocks/>
          </p:cNvCxnSpPr>
          <p:nvPr/>
        </p:nvCxnSpPr>
        <p:spPr>
          <a:xfrm flipH="1">
            <a:off x="0" y="5043721"/>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מחבר ישר 8">
            <a:extLst>
              <a:ext uri="{FF2B5EF4-FFF2-40B4-BE49-F238E27FC236}">
                <a16:creationId xmlns:a16="http://schemas.microsoft.com/office/drawing/2014/main" id="{AD81F4D6-9057-EF87-48BE-0C6D4ADC8BC6}"/>
              </a:ext>
            </a:extLst>
          </p:cNvPr>
          <p:cNvCxnSpPr>
            <a:cxnSpLocks/>
          </p:cNvCxnSpPr>
          <p:nvPr/>
        </p:nvCxnSpPr>
        <p:spPr>
          <a:xfrm>
            <a:off x="10337077"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7916580"/>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ציטוט 3">
    <p:bg>
      <p:bgRef idx="1001">
        <a:schemeClr val="bg1"/>
      </p:bgRef>
    </p:bg>
    <p:spTree>
      <p:nvGrpSpPr>
        <p:cNvPr id="1" name=""/>
        <p:cNvGrpSpPr/>
        <p:nvPr/>
      </p:nvGrpSpPr>
      <p:grpSpPr>
        <a:xfrm>
          <a:off x="0" y="0"/>
          <a:ext cx="0" cy="0"/>
          <a:chOff x="0" y="0"/>
          <a:chExt cx="0" cy="0"/>
        </a:xfrm>
      </p:grpSpPr>
      <p:sp>
        <p:nvSpPr>
          <p:cNvPr id="7" name="מלבן 6">
            <a:extLst>
              <a:ext uri="{FF2B5EF4-FFF2-40B4-BE49-F238E27FC236}">
                <a16:creationId xmlns:a16="http://schemas.microsoft.com/office/drawing/2014/main" id="{A8407D4A-1244-6A47-327B-CDB05AF70268}"/>
              </a:ext>
            </a:extLst>
          </p:cNvPr>
          <p:cNvSpPr/>
          <p:nvPr/>
        </p:nvSpPr>
        <p:spPr>
          <a:xfrm>
            <a:off x="0" y="0"/>
            <a:ext cx="12192000" cy="6858000"/>
          </a:xfrm>
          <a:prstGeom prst="rect">
            <a:avLst/>
          </a:prstGeom>
          <a:solidFill>
            <a:schemeClr val="accent3">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1"/>
            <a:endParaRPr lang="en-US" dirty="0"/>
          </a:p>
        </p:txBody>
      </p:sp>
      <p:sp>
        <p:nvSpPr>
          <p:cNvPr id="2" name="כותרת 1">
            <a:extLst>
              <a:ext uri="{FF2B5EF4-FFF2-40B4-BE49-F238E27FC236}">
                <a16:creationId xmlns:a16="http://schemas.microsoft.com/office/drawing/2014/main" id="{823F0761-EA67-F7D1-62E4-095EADA262F0}"/>
              </a:ext>
            </a:extLst>
          </p:cNvPr>
          <p:cNvSpPr>
            <a:spLocks noGrp="1"/>
          </p:cNvSpPr>
          <p:nvPr>
            <p:ph type="title" hasCustomPrompt="1"/>
          </p:nvPr>
        </p:nvSpPr>
        <p:spPr>
          <a:xfrm>
            <a:off x="1562100" y="5549186"/>
            <a:ext cx="7982709" cy="653184"/>
          </a:xfrm>
        </p:spPr>
        <p:txBody>
          <a:bodyPr rtlCol="1" anchor="ctr">
            <a:normAutofit/>
          </a:bodyPr>
          <a:lstStyle>
            <a:lvl1pPr algn="r" rtl="1">
              <a:lnSpc>
                <a:spcPct val="120000"/>
              </a:lnSpc>
              <a:defRPr sz="1800" b="1" cap="all" spc="100" baseline="0">
                <a:solidFill>
                  <a:schemeClr val="tx2"/>
                </a:solidFill>
                <a:latin typeface="+mn-lt"/>
              </a:defRPr>
            </a:lvl1pPr>
          </a:lstStyle>
          <a:p>
            <a:pPr rtl="1"/>
            <a:r>
              <a:rPr lang="he"/>
              <a:t>מחבר ציטוט</a:t>
            </a:r>
          </a:p>
        </p:txBody>
      </p:sp>
      <p:sp>
        <p:nvSpPr>
          <p:cNvPr id="10" name="מציין מיקום תוכן 9">
            <a:extLst>
              <a:ext uri="{FF2B5EF4-FFF2-40B4-BE49-F238E27FC236}">
                <a16:creationId xmlns:a16="http://schemas.microsoft.com/office/drawing/2014/main" id="{636EB602-83B2-B4EE-7805-FB94B7747666}"/>
              </a:ext>
            </a:extLst>
          </p:cNvPr>
          <p:cNvSpPr>
            <a:spLocks noGrp="1"/>
          </p:cNvSpPr>
          <p:nvPr>
            <p:ph sz="quarter" idx="14" hasCustomPrompt="1"/>
          </p:nvPr>
        </p:nvSpPr>
        <p:spPr>
          <a:xfrm>
            <a:off x="1562100" y="823913"/>
            <a:ext cx="7982712" cy="3614737"/>
          </a:xfrm>
        </p:spPr>
        <p:txBody>
          <a:bodyPr rtlCol="1" anchor="ctr">
            <a:normAutofit/>
          </a:bodyPr>
          <a:lstStyle>
            <a:lvl1pPr marL="182880" indent="-182880" algn="r" rtl="1">
              <a:buNone/>
              <a:defRPr sz="3600">
                <a:solidFill>
                  <a:schemeClr val="tx2"/>
                </a:solidFill>
                <a:latin typeface="+mj-lt"/>
              </a:defRPr>
            </a:lvl1pPr>
          </a:lstStyle>
          <a:p>
            <a:pPr lvl="0" rtl="1"/>
            <a:r>
              <a:rPr lang="he"/>
              <a:t>לחץ כדי לערוך ציטוט</a:t>
            </a:r>
          </a:p>
        </p:txBody>
      </p:sp>
      <p:sp>
        <p:nvSpPr>
          <p:cNvPr id="4" name="מציין מיקום של כותרת תחתונה 3">
            <a:extLst>
              <a:ext uri="{FF2B5EF4-FFF2-40B4-BE49-F238E27FC236}">
                <a16:creationId xmlns:a16="http://schemas.microsoft.com/office/drawing/2014/main" id="{B54C2DF4-76B6-1299-74E1-66F403C01A3C}"/>
              </a:ext>
            </a:extLst>
          </p:cNvPr>
          <p:cNvSpPr>
            <a:spLocks noGrp="1"/>
          </p:cNvSpPr>
          <p:nvPr>
            <p:ph type="ftr" sz="quarter" idx="11"/>
          </p:nvPr>
        </p:nvSpPr>
        <p:spPr>
          <a:xfrm>
            <a:off x="640080" y="6445997"/>
            <a:ext cx="3949302" cy="365125"/>
          </a:xfrm>
        </p:spPr>
        <p:txBody>
          <a:bodyPr rtlCol="1"/>
          <a:lstStyle>
            <a:lvl1pPr algn="r" rtl="1">
              <a:defRPr>
                <a:solidFill>
                  <a:schemeClr val="tx2"/>
                </a:solidFill>
              </a:defRPr>
            </a:lvl1pPr>
          </a:lstStyle>
          <a:p>
            <a:pPr rtl="1"/>
            <a:r>
              <a:rPr lang="he"/>
              <a:t>טקסט כותרת תחתונה לדוגמה</a:t>
            </a:r>
          </a:p>
        </p:txBody>
      </p:sp>
      <p:sp>
        <p:nvSpPr>
          <p:cNvPr id="3" name="מציין מיקום של תאריך 2">
            <a:extLst>
              <a:ext uri="{FF2B5EF4-FFF2-40B4-BE49-F238E27FC236}">
                <a16:creationId xmlns:a16="http://schemas.microsoft.com/office/drawing/2014/main" id="{49A78CD0-57A9-DB86-E3A3-40628E6D68B7}"/>
              </a:ext>
            </a:extLst>
          </p:cNvPr>
          <p:cNvSpPr>
            <a:spLocks noGrp="1"/>
          </p:cNvSpPr>
          <p:nvPr>
            <p:ph type="dt" sz="half" idx="10"/>
          </p:nvPr>
        </p:nvSpPr>
        <p:spPr/>
        <p:txBody>
          <a:bodyPr rtlCol="1"/>
          <a:lstStyle>
            <a:lvl1pPr algn="r" rtl="1">
              <a:defRPr>
                <a:solidFill>
                  <a:schemeClr val="tx2"/>
                </a:solidFill>
              </a:defRPr>
            </a:lvl1pPr>
          </a:lstStyle>
          <a:p>
            <a:pPr rtl="1"/>
            <a:r>
              <a:rPr lang="en-US"/>
              <a:t>11/08/2025</a:t>
            </a:r>
            <a:endParaRPr lang="en-US" dirty="0"/>
          </a:p>
        </p:txBody>
      </p:sp>
      <p:sp>
        <p:nvSpPr>
          <p:cNvPr id="5" name="מציין מיקום של מספר שקופית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rtlCol="1"/>
          <a:lstStyle>
            <a:lvl1pPr algn="r" rtl="1">
              <a:defRPr>
                <a:solidFill>
                  <a:schemeClr val="tx2"/>
                </a:solidFill>
              </a:defRPr>
            </a:lvl1pPr>
          </a:lstStyle>
          <a:p>
            <a:pPr rtl="1"/>
            <a:fld id="{DDF60B60-82CA-4BB9-BA6E-A62FADF2374B}" type="slidenum">
              <a:rPr lang="en-US" smtClean="0"/>
              <a:t>‹#›</a:t>
            </a:fld>
            <a:endParaRPr lang="en-US" dirty="0"/>
          </a:p>
        </p:txBody>
      </p:sp>
      <p:cxnSp>
        <p:nvCxnSpPr>
          <p:cNvPr id="6" name="מחבר ישר 5">
            <a:extLst>
              <a:ext uri="{FF2B5EF4-FFF2-40B4-BE49-F238E27FC236}">
                <a16:creationId xmlns:a16="http://schemas.microsoft.com/office/drawing/2014/main" id="{DBA83050-F737-4CAA-50C3-B1912F8DCD46}"/>
              </a:ext>
            </a:extLst>
          </p:cNvPr>
          <p:cNvCxnSpPr>
            <a:cxnSpLocks/>
          </p:cNvCxnSpPr>
          <p:nvPr/>
        </p:nvCxnSpPr>
        <p:spPr>
          <a:xfrm>
            <a:off x="4572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מחבר ישר 7">
            <a:extLst>
              <a:ext uri="{FF2B5EF4-FFF2-40B4-BE49-F238E27FC236}">
                <a16:creationId xmlns:a16="http://schemas.microsoft.com/office/drawing/2014/main" id="{ABAC790E-B990-47FD-A7C4-38DEB7A38CA4}"/>
              </a:ext>
            </a:extLst>
          </p:cNvPr>
          <p:cNvCxnSpPr>
            <a:cxnSpLocks/>
          </p:cNvCxnSpPr>
          <p:nvPr/>
        </p:nvCxnSpPr>
        <p:spPr>
          <a:xfrm flipH="1">
            <a:off x="0" y="5043721"/>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מחבר ישר 10">
            <a:extLst>
              <a:ext uri="{FF2B5EF4-FFF2-40B4-BE49-F238E27FC236}">
                <a16:creationId xmlns:a16="http://schemas.microsoft.com/office/drawing/2014/main" id="{82CD9DAA-71D0-AF79-A512-7D264779C222}"/>
              </a:ext>
            </a:extLst>
          </p:cNvPr>
          <p:cNvCxnSpPr>
            <a:cxnSpLocks/>
          </p:cNvCxnSpPr>
          <p:nvPr/>
        </p:nvCxnSpPr>
        <p:spPr>
          <a:xfrm>
            <a:off x="10337077"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2010584"/>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ציטוט 4">
    <p:bg>
      <p:bgRef idx="1001">
        <a:schemeClr val="bg1"/>
      </p:bgRef>
    </p:bg>
    <p:spTree>
      <p:nvGrpSpPr>
        <p:cNvPr id="1" name=""/>
        <p:cNvGrpSpPr/>
        <p:nvPr/>
      </p:nvGrpSpPr>
      <p:grpSpPr>
        <a:xfrm>
          <a:off x="0" y="0"/>
          <a:ext cx="0" cy="0"/>
          <a:chOff x="0" y="0"/>
          <a:chExt cx="0" cy="0"/>
        </a:xfrm>
      </p:grpSpPr>
      <p:sp>
        <p:nvSpPr>
          <p:cNvPr id="6" name="מלבן 5">
            <a:extLst>
              <a:ext uri="{FF2B5EF4-FFF2-40B4-BE49-F238E27FC236}">
                <a16:creationId xmlns:a16="http://schemas.microsoft.com/office/drawing/2014/main" id="{FB63E278-755B-41D3-7218-B797D9B5DF3C}"/>
              </a:ext>
            </a:extLst>
          </p:cNvPr>
          <p:cNvSpPr/>
          <p:nvPr/>
        </p:nvSpPr>
        <p:spPr>
          <a:xfrm>
            <a:off x="0" y="0"/>
            <a:ext cx="12192000" cy="6858000"/>
          </a:xfrm>
          <a:prstGeom prst="rect">
            <a:avLst/>
          </a:prstGeom>
          <a:solidFill>
            <a:schemeClr val="accent3">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1"/>
            <a:endParaRPr lang="en-US" dirty="0"/>
          </a:p>
        </p:txBody>
      </p:sp>
      <p:sp>
        <p:nvSpPr>
          <p:cNvPr id="2" name="כותרת 1">
            <a:extLst>
              <a:ext uri="{FF2B5EF4-FFF2-40B4-BE49-F238E27FC236}">
                <a16:creationId xmlns:a16="http://schemas.microsoft.com/office/drawing/2014/main" id="{823F0761-EA67-F7D1-62E4-095EADA262F0}"/>
              </a:ext>
            </a:extLst>
          </p:cNvPr>
          <p:cNvSpPr>
            <a:spLocks noGrp="1"/>
          </p:cNvSpPr>
          <p:nvPr>
            <p:ph type="title" hasCustomPrompt="1"/>
          </p:nvPr>
        </p:nvSpPr>
        <p:spPr>
          <a:xfrm>
            <a:off x="475488" y="4893472"/>
            <a:ext cx="8019287" cy="1205575"/>
          </a:xfrm>
        </p:spPr>
        <p:txBody>
          <a:bodyPr rtlCol="1" anchor="t">
            <a:normAutofit/>
          </a:bodyPr>
          <a:lstStyle>
            <a:lvl1pPr algn="r" rtl="1">
              <a:lnSpc>
                <a:spcPct val="120000"/>
              </a:lnSpc>
              <a:defRPr sz="1800" b="1" cap="all" spc="100" baseline="0">
                <a:solidFill>
                  <a:schemeClr val="tx2"/>
                </a:solidFill>
                <a:latin typeface="+mn-lt"/>
              </a:defRPr>
            </a:lvl1pPr>
          </a:lstStyle>
          <a:p>
            <a:pPr rtl="1"/>
            <a:r>
              <a:rPr lang="he"/>
              <a:t>מחבר ציטוט</a:t>
            </a:r>
          </a:p>
        </p:txBody>
      </p:sp>
      <p:sp>
        <p:nvSpPr>
          <p:cNvPr id="10" name="מציין מיקום תוכן 9">
            <a:extLst>
              <a:ext uri="{FF2B5EF4-FFF2-40B4-BE49-F238E27FC236}">
                <a16:creationId xmlns:a16="http://schemas.microsoft.com/office/drawing/2014/main" id="{636EB602-83B2-B4EE-7805-FB94B7747666}"/>
              </a:ext>
            </a:extLst>
          </p:cNvPr>
          <p:cNvSpPr>
            <a:spLocks noGrp="1"/>
          </p:cNvSpPr>
          <p:nvPr>
            <p:ph sz="quarter" idx="14" hasCustomPrompt="1"/>
          </p:nvPr>
        </p:nvSpPr>
        <p:spPr>
          <a:xfrm>
            <a:off x="475488" y="594360"/>
            <a:ext cx="8019288" cy="3236976"/>
          </a:xfrm>
        </p:spPr>
        <p:txBody>
          <a:bodyPr rtlCol="1" anchor="b">
            <a:normAutofit/>
          </a:bodyPr>
          <a:lstStyle>
            <a:lvl1pPr marL="182880" indent="-182880" algn="r" rtl="1">
              <a:buNone/>
              <a:defRPr sz="3600">
                <a:latin typeface="+mj-lt"/>
              </a:defRPr>
            </a:lvl1pPr>
          </a:lstStyle>
          <a:p>
            <a:pPr lvl="0" rtl="1"/>
            <a:r>
              <a:rPr lang="he"/>
              <a:t>לחץ כדי לערוך ציטוט</a:t>
            </a:r>
          </a:p>
        </p:txBody>
      </p:sp>
      <p:sp>
        <p:nvSpPr>
          <p:cNvPr id="4" name="מציין מיקום של כותרת תחתונה 3">
            <a:extLst>
              <a:ext uri="{FF2B5EF4-FFF2-40B4-BE49-F238E27FC236}">
                <a16:creationId xmlns:a16="http://schemas.microsoft.com/office/drawing/2014/main" id="{B54C2DF4-76B6-1299-74E1-66F403C01A3C}"/>
              </a:ext>
            </a:extLst>
          </p:cNvPr>
          <p:cNvSpPr>
            <a:spLocks noGrp="1"/>
          </p:cNvSpPr>
          <p:nvPr>
            <p:ph type="ftr" sz="quarter" idx="11"/>
          </p:nvPr>
        </p:nvSpPr>
        <p:spPr/>
        <p:txBody>
          <a:bodyPr rtlCol="1"/>
          <a:lstStyle>
            <a:lvl1pPr algn="r" rtl="1">
              <a:defRPr>
                <a:solidFill>
                  <a:schemeClr val="tx2"/>
                </a:solidFill>
              </a:defRPr>
            </a:lvl1pPr>
          </a:lstStyle>
          <a:p>
            <a:pPr rtl="1"/>
            <a:r>
              <a:rPr lang="he"/>
              <a:t>טקסט כותרת תחתונה לדוגמה</a:t>
            </a:r>
          </a:p>
        </p:txBody>
      </p:sp>
      <p:sp>
        <p:nvSpPr>
          <p:cNvPr id="3" name="מציין מיקום של תאריך 2">
            <a:extLst>
              <a:ext uri="{FF2B5EF4-FFF2-40B4-BE49-F238E27FC236}">
                <a16:creationId xmlns:a16="http://schemas.microsoft.com/office/drawing/2014/main" id="{49A78CD0-57A9-DB86-E3A3-40628E6D68B7}"/>
              </a:ext>
            </a:extLst>
          </p:cNvPr>
          <p:cNvSpPr>
            <a:spLocks noGrp="1"/>
          </p:cNvSpPr>
          <p:nvPr>
            <p:ph type="dt" sz="half" idx="10"/>
          </p:nvPr>
        </p:nvSpPr>
        <p:spPr/>
        <p:txBody>
          <a:bodyPr rtlCol="1"/>
          <a:lstStyle>
            <a:lvl1pPr algn="r" rtl="1">
              <a:defRPr>
                <a:solidFill>
                  <a:schemeClr val="tx2"/>
                </a:solidFill>
              </a:defRPr>
            </a:lvl1pPr>
          </a:lstStyle>
          <a:p>
            <a:pPr rtl="1"/>
            <a:r>
              <a:rPr lang="en-US"/>
              <a:t>11/08/2025</a:t>
            </a:r>
            <a:endParaRPr lang="en-US" dirty="0"/>
          </a:p>
        </p:txBody>
      </p:sp>
      <p:sp>
        <p:nvSpPr>
          <p:cNvPr id="5" name="מציין מיקום של מספר שקופית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rtlCol="1"/>
          <a:lstStyle>
            <a:lvl1pPr algn="r" rtl="1">
              <a:defRPr>
                <a:solidFill>
                  <a:schemeClr val="tx2"/>
                </a:solidFill>
              </a:defRPr>
            </a:lvl1pPr>
          </a:lstStyle>
          <a:p>
            <a:pPr rtl="1"/>
            <a:fld id="{DDF60B60-82CA-4BB9-BA6E-A62FADF2374B}" type="slidenum">
              <a:rPr lang="en-US" smtClean="0"/>
              <a:t>‹#›</a:t>
            </a:fld>
            <a:endParaRPr lang="en-US" dirty="0"/>
          </a:p>
        </p:txBody>
      </p:sp>
      <p:cxnSp>
        <p:nvCxnSpPr>
          <p:cNvPr id="7" name="מחבר ישר 6">
            <a:extLst>
              <a:ext uri="{FF2B5EF4-FFF2-40B4-BE49-F238E27FC236}">
                <a16:creationId xmlns:a16="http://schemas.microsoft.com/office/drawing/2014/main" id="{8AA0B79A-2EB3-E6D5-B923-60D51965E7A7}"/>
              </a:ext>
            </a:extLst>
          </p:cNvPr>
          <p:cNvCxnSpPr>
            <a:cxnSpLocks/>
          </p:cNvCxnSpPr>
          <p:nvPr/>
        </p:nvCxnSpPr>
        <p:spPr>
          <a:xfrm flipH="1">
            <a:off x="0" y="4362404"/>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מחבר ישר 8">
            <a:extLst>
              <a:ext uri="{FF2B5EF4-FFF2-40B4-BE49-F238E27FC236}">
                <a16:creationId xmlns:a16="http://schemas.microsoft.com/office/drawing/2014/main" id="{331507FC-FD8A-132E-6F82-1A96368D292F}"/>
              </a:ext>
            </a:extLst>
          </p:cNvPr>
          <p:cNvCxnSpPr>
            <a:cxnSpLocks/>
          </p:cNvCxnSpPr>
          <p:nvPr/>
        </p:nvCxnSpPr>
        <p:spPr>
          <a:xfrm>
            <a:off x="9037194"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8781640"/>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שני תכנים">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FC27BF6-CDFA-AAF4-F7FD-F4F8D06FF275}"/>
              </a:ext>
            </a:extLst>
          </p:cNvPr>
          <p:cNvSpPr>
            <a:spLocks noGrp="1"/>
          </p:cNvSpPr>
          <p:nvPr>
            <p:ph type="title"/>
          </p:nvPr>
        </p:nvSpPr>
        <p:spPr>
          <a:xfrm>
            <a:off x="457200" y="275309"/>
            <a:ext cx="11277600" cy="914400"/>
          </a:xfrm>
        </p:spPr>
        <p:txBody>
          <a:bodyPr rtlCol="1" anchor="ctr"/>
          <a:lstStyle>
            <a:lvl1pPr algn="r" rtl="1">
              <a:defRPr>
                <a:solidFill>
                  <a:schemeClr val="tx2"/>
                </a:solidFill>
              </a:defRPr>
            </a:lvl1pPr>
          </a:lstStyle>
          <a:p>
            <a:pPr rtl="1"/>
            <a:r>
              <a:rPr lang="he"/>
              <a:t>לחץ כדי לערוך סגנון כותרת של תבנית בסיס</a:t>
            </a:r>
            <a:endParaRPr lang="en-US" dirty="0"/>
          </a:p>
        </p:txBody>
      </p:sp>
      <p:sp>
        <p:nvSpPr>
          <p:cNvPr id="4" name="מציין מיקום תוכן 3">
            <a:extLst>
              <a:ext uri="{FF2B5EF4-FFF2-40B4-BE49-F238E27FC236}">
                <a16:creationId xmlns:a16="http://schemas.microsoft.com/office/drawing/2014/main" id="{6EAB1904-05A3-AF54-90B7-8B4E5E9BFC62}"/>
              </a:ext>
            </a:extLst>
          </p:cNvPr>
          <p:cNvSpPr>
            <a:spLocks noGrp="1"/>
          </p:cNvSpPr>
          <p:nvPr>
            <p:ph sz="quarter" idx="15"/>
          </p:nvPr>
        </p:nvSpPr>
        <p:spPr>
          <a:xfrm>
            <a:off x="455613" y="1677988"/>
            <a:ext cx="5181600" cy="4498975"/>
          </a:xfrm>
        </p:spPr>
        <p:txBody>
          <a:bodyPr rtlCol="1"/>
          <a:lstStyle/>
          <a:p>
            <a:pPr lvl="0" rtl="1"/>
            <a:r>
              <a:rPr lang="he"/>
              <a:t>לחץ כדי לערוך סגנונות טקסט של תבנית בסיס</a:t>
            </a:r>
          </a:p>
          <a:p>
            <a:pPr lvl="1" rtl="1"/>
            <a:r>
              <a:rPr lang="he"/>
              <a:t>רמה שניה</a:t>
            </a:r>
          </a:p>
          <a:p>
            <a:pPr lvl="2" rtl="1"/>
            <a:r>
              <a:rPr lang="he"/>
              <a:t>רמה שלישית</a:t>
            </a:r>
          </a:p>
          <a:p>
            <a:pPr lvl="3" rtl="1"/>
            <a:r>
              <a:rPr lang="he"/>
              <a:t>רמה רביעית</a:t>
            </a:r>
          </a:p>
          <a:p>
            <a:pPr lvl="4" rtl="1"/>
            <a:r>
              <a:rPr lang="he"/>
              <a:t>רמה חמישית</a:t>
            </a:r>
            <a:endParaRPr lang="en-US" dirty="0"/>
          </a:p>
        </p:txBody>
      </p:sp>
      <p:sp>
        <p:nvSpPr>
          <p:cNvPr id="12" name="מציין מיקום תוכן 11">
            <a:extLst>
              <a:ext uri="{FF2B5EF4-FFF2-40B4-BE49-F238E27FC236}">
                <a16:creationId xmlns:a16="http://schemas.microsoft.com/office/drawing/2014/main" id="{0D15555F-2C1E-04D7-CE37-D06ABFB5685F}"/>
              </a:ext>
            </a:extLst>
          </p:cNvPr>
          <p:cNvSpPr>
            <a:spLocks noGrp="1"/>
          </p:cNvSpPr>
          <p:nvPr>
            <p:ph sz="quarter" idx="16"/>
          </p:nvPr>
        </p:nvSpPr>
        <p:spPr>
          <a:xfrm>
            <a:off x="6553200" y="1677988"/>
            <a:ext cx="5180013" cy="4498972"/>
          </a:xfrm>
        </p:spPr>
        <p:txBody>
          <a:bodyPr rtlCol="1"/>
          <a:lstStyle/>
          <a:p>
            <a:pPr lvl="0" rtl="1"/>
            <a:r>
              <a:rPr lang="he"/>
              <a:t>לחץ כדי לערוך סגנונות טקסט של תבנית בסיס</a:t>
            </a:r>
          </a:p>
          <a:p>
            <a:pPr lvl="1" rtl="1"/>
            <a:r>
              <a:rPr lang="he"/>
              <a:t>רמה שניה</a:t>
            </a:r>
          </a:p>
          <a:p>
            <a:pPr lvl="2" rtl="1"/>
            <a:r>
              <a:rPr lang="he"/>
              <a:t>רמה שלישית</a:t>
            </a:r>
          </a:p>
          <a:p>
            <a:pPr lvl="3" rtl="1"/>
            <a:r>
              <a:rPr lang="he"/>
              <a:t>רמה רביעית</a:t>
            </a:r>
          </a:p>
          <a:p>
            <a:pPr lvl="4" rtl="1"/>
            <a:r>
              <a:rPr lang="he"/>
              <a:t>רמה חמישית</a:t>
            </a:r>
            <a:endParaRPr lang="en-US" dirty="0"/>
          </a:p>
        </p:txBody>
      </p:sp>
      <p:sp>
        <p:nvSpPr>
          <p:cNvPr id="6" name="מציין מיקום של כותרת תחתונה 5">
            <a:extLst>
              <a:ext uri="{FF2B5EF4-FFF2-40B4-BE49-F238E27FC236}">
                <a16:creationId xmlns:a16="http://schemas.microsoft.com/office/drawing/2014/main" id="{1B108197-F703-726D-4372-C7520052DC70}"/>
              </a:ext>
            </a:extLst>
          </p:cNvPr>
          <p:cNvSpPr>
            <a:spLocks noGrp="1"/>
          </p:cNvSpPr>
          <p:nvPr>
            <p:ph type="ftr" sz="quarter" idx="11"/>
          </p:nvPr>
        </p:nvSpPr>
        <p:spPr/>
        <p:txBody>
          <a:bodyPr rtlCol="1"/>
          <a:lstStyle/>
          <a:p>
            <a:pPr rtl="1"/>
            <a:r>
              <a:rPr lang="he"/>
              <a:t>טקסט כותרת תחתונה לדוגמה</a:t>
            </a:r>
          </a:p>
        </p:txBody>
      </p:sp>
      <p:sp>
        <p:nvSpPr>
          <p:cNvPr id="5" name="מציין מיקום של תאריך 4">
            <a:extLst>
              <a:ext uri="{FF2B5EF4-FFF2-40B4-BE49-F238E27FC236}">
                <a16:creationId xmlns:a16="http://schemas.microsoft.com/office/drawing/2014/main" id="{F85FAA39-5E1E-3A94-5A04-C36BA19E34ED}"/>
              </a:ext>
            </a:extLst>
          </p:cNvPr>
          <p:cNvSpPr>
            <a:spLocks noGrp="1"/>
          </p:cNvSpPr>
          <p:nvPr>
            <p:ph type="dt" sz="half" idx="10"/>
          </p:nvPr>
        </p:nvSpPr>
        <p:spPr/>
        <p:txBody>
          <a:bodyPr rtlCol="1"/>
          <a:lstStyle/>
          <a:p>
            <a:pPr rtl="1"/>
            <a:r>
              <a:rPr lang="en-US"/>
              <a:t>11/08/2025</a:t>
            </a:r>
            <a:endParaRPr lang="en-US" dirty="0"/>
          </a:p>
        </p:txBody>
      </p:sp>
      <p:sp>
        <p:nvSpPr>
          <p:cNvPr id="7" name="מציין מיקום של מספר שקופית 6">
            <a:extLst>
              <a:ext uri="{FF2B5EF4-FFF2-40B4-BE49-F238E27FC236}">
                <a16:creationId xmlns:a16="http://schemas.microsoft.com/office/drawing/2014/main" id="{ACE80595-19B6-01B9-FCF5-F94B0C1BBAA2}"/>
              </a:ext>
            </a:extLst>
          </p:cNvPr>
          <p:cNvSpPr>
            <a:spLocks noGrp="1"/>
          </p:cNvSpPr>
          <p:nvPr>
            <p:ph type="sldNum" sz="quarter" idx="12"/>
          </p:nvPr>
        </p:nvSpPr>
        <p:spPr/>
        <p:txBody>
          <a:bodyPr rtlCol="1"/>
          <a:lstStyle/>
          <a:p>
            <a:pPr rtl="1"/>
            <a:fld id="{DDF60B60-82CA-4BB9-BA6E-A62FADF2374B}" type="slidenum">
              <a:rPr lang="en-US" smtClean="0"/>
              <a:t>‹#›</a:t>
            </a:fld>
            <a:endParaRPr lang="en-US" dirty="0"/>
          </a:p>
        </p:txBody>
      </p:sp>
      <p:cxnSp>
        <p:nvCxnSpPr>
          <p:cNvPr id="9" name="מחבר ישר 8">
            <a:extLst>
              <a:ext uri="{FF2B5EF4-FFF2-40B4-BE49-F238E27FC236}">
                <a16:creationId xmlns:a16="http://schemas.microsoft.com/office/drawing/2014/main" id="{52C5098A-8A29-951C-ABCF-B4C329C3A94F}"/>
              </a:ext>
            </a:extLst>
          </p:cNvPr>
          <p:cNvCxnSpPr>
            <a:cxnSpLocks/>
          </p:cNvCxnSpPr>
          <p:nvPr/>
        </p:nvCxnSpPr>
        <p:spPr>
          <a:xfrm>
            <a:off x="6096000" y="1362719"/>
            <a:ext cx="0" cy="5490348"/>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מחבר ישר 10">
            <a:extLst>
              <a:ext uri="{FF2B5EF4-FFF2-40B4-BE49-F238E27FC236}">
                <a16:creationId xmlns:a16="http://schemas.microsoft.com/office/drawing/2014/main" id="{754A1D01-2B46-73F0-8DC7-926AA95F7DFC}"/>
              </a:ext>
            </a:extLst>
          </p:cNvPr>
          <p:cNvCxnSpPr>
            <a:cxnSpLocks/>
          </p:cNvCxnSpPr>
          <p:nvPr/>
        </p:nvCxnSpPr>
        <p:spPr>
          <a:xfrm flipH="1">
            <a:off x="0" y="1362719"/>
            <a:ext cx="12200040" cy="0"/>
          </a:xfrm>
          <a:prstGeom prst="line">
            <a:avLst/>
          </a:prstGeom>
          <a:ln w="9525">
            <a:solidFill>
              <a:srgbClr val="616867">
                <a:alpha val="45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923308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השווא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B5F27A1-B3E2-4312-9475-76586DB132FF}"/>
              </a:ext>
            </a:extLst>
          </p:cNvPr>
          <p:cNvSpPr>
            <a:spLocks noGrp="1"/>
          </p:cNvSpPr>
          <p:nvPr>
            <p:ph type="title"/>
          </p:nvPr>
        </p:nvSpPr>
        <p:spPr>
          <a:xfrm>
            <a:off x="457199" y="276838"/>
            <a:ext cx="11274552" cy="914400"/>
          </a:xfrm>
        </p:spPr>
        <p:txBody>
          <a:bodyPr vert="horz" lIns="91440" tIns="45720" rIns="91440" bIns="45720" rtlCol="1" anchor="ctr">
            <a:normAutofit/>
          </a:bodyPr>
          <a:lstStyle>
            <a:lvl1pPr algn="r" rtl="1">
              <a:defRPr lang="en-US" dirty="0"/>
            </a:lvl1pPr>
          </a:lstStyle>
          <a:p>
            <a:pPr lvl="0" rtl="1"/>
            <a:r>
              <a:rPr lang="he"/>
              <a:t>לחץ כדי לערוך סגנון כותרת של תבנית בסיס</a:t>
            </a:r>
            <a:endParaRPr lang="en-US" dirty="0"/>
          </a:p>
        </p:txBody>
      </p:sp>
      <p:sp>
        <p:nvSpPr>
          <p:cNvPr id="3" name="מציין מיקום טקסט 2">
            <a:extLst>
              <a:ext uri="{FF2B5EF4-FFF2-40B4-BE49-F238E27FC236}">
                <a16:creationId xmlns:a16="http://schemas.microsoft.com/office/drawing/2014/main" id="{25FD6984-5D8F-6F35-3DC2-352D46E75874}"/>
              </a:ext>
            </a:extLst>
          </p:cNvPr>
          <p:cNvSpPr>
            <a:spLocks noGrp="1"/>
          </p:cNvSpPr>
          <p:nvPr>
            <p:ph type="body" idx="1"/>
          </p:nvPr>
        </p:nvSpPr>
        <p:spPr>
          <a:xfrm>
            <a:off x="457199" y="1475623"/>
            <a:ext cx="5184648" cy="676690"/>
          </a:xfrm>
        </p:spPr>
        <p:txBody>
          <a:bodyPr rtlCol="1" anchor="ctr">
            <a:normAutofit/>
          </a:bodyPr>
          <a:lstStyle>
            <a:lvl1pPr marL="0" indent="0" algn="r" rtl="1">
              <a:buNone/>
              <a:defRPr sz="1800" b="0" cap="all" spc="160" baseline="0"/>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he"/>
              <a:t>לחץ כדי לערוך סגנונות טקסט של תבנית בסיס</a:t>
            </a:r>
          </a:p>
        </p:txBody>
      </p:sp>
      <p:sp>
        <p:nvSpPr>
          <p:cNvPr id="6" name="מציין מיקום תוכן 5">
            <a:extLst>
              <a:ext uri="{FF2B5EF4-FFF2-40B4-BE49-F238E27FC236}">
                <a16:creationId xmlns:a16="http://schemas.microsoft.com/office/drawing/2014/main" id="{59CD5136-48A0-D788-8CE2-627309A00EC8}"/>
              </a:ext>
            </a:extLst>
          </p:cNvPr>
          <p:cNvSpPr>
            <a:spLocks noGrp="1"/>
          </p:cNvSpPr>
          <p:nvPr>
            <p:ph sz="quarter" idx="15"/>
          </p:nvPr>
        </p:nvSpPr>
        <p:spPr>
          <a:xfrm>
            <a:off x="457200" y="2522538"/>
            <a:ext cx="5178425" cy="3806825"/>
          </a:xfrm>
        </p:spPr>
        <p:txBody>
          <a:bodyPr rtlCol="1"/>
          <a:lstStyle/>
          <a:p>
            <a:pPr lvl="0" rtl="1"/>
            <a:r>
              <a:rPr lang="he"/>
              <a:t>לחץ כדי לערוך סגנונות טקסט של תבנית בסיס</a:t>
            </a:r>
          </a:p>
          <a:p>
            <a:pPr lvl="1" rtl="1"/>
            <a:r>
              <a:rPr lang="he"/>
              <a:t>רמה שניה</a:t>
            </a:r>
          </a:p>
          <a:p>
            <a:pPr lvl="2" rtl="1"/>
            <a:r>
              <a:rPr lang="he"/>
              <a:t>רמה שלישית</a:t>
            </a:r>
          </a:p>
          <a:p>
            <a:pPr lvl="3" rtl="1"/>
            <a:r>
              <a:rPr lang="he"/>
              <a:t>רמה רביעית</a:t>
            </a:r>
          </a:p>
          <a:p>
            <a:pPr lvl="4" rtl="1"/>
            <a:r>
              <a:rPr lang="he"/>
              <a:t>רמה חמישית</a:t>
            </a:r>
            <a:endParaRPr lang="en-US" dirty="0"/>
          </a:p>
        </p:txBody>
      </p:sp>
      <p:sp>
        <p:nvSpPr>
          <p:cNvPr id="5" name="מציין מיקום טקסט 4">
            <a:extLst>
              <a:ext uri="{FF2B5EF4-FFF2-40B4-BE49-F238E27FC236}">
                <a16:creationId xmlns:a16="http://schemas.microsoft.com/office/drawing/2014/main" id="{8807CEA6-7FDB-2A72-485B-D38A79C1826D}"/>
              </a:ext>
            </a:extLst>
          </p:cNvPr>
          <p:cNvSpPr>
            <a:spLocks noGrp="1"/>
          </p:cNvSpPr>
          <p:nvPr>
            <p:ph type="body" sz="quarter" idx="3"/>
          </p:nvPr>
        </p:nvSpPr>
        <p:spPr>
          <a:xfrm>
            <a:off x="6556248" y="1475622"/>
            <a:ext cx="5184648" cy="676690"/>
          </a:xfrm>
        </p:spPr>
        <p:txBody>
          <a:bodyPr rtlCol="1" anchor="ctr">
            <a:normAutofit/>
          </a:bodyPr>
          <a:lstStyle>
            <a:lvl1pPr marL="0" indent="0" algn="r" rtl="1">
              <a:buNone/>
              <a:defRPr sz="1800" b="0" cap="all" spc="160" baseline="0"/>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he"/>
              <a:t>לחץ כדי לערוך סגנונות טקסט של תבנית בסיס</a:t>
            </a:r>
          </a:p>
        </p:txBody>
      </p:sp>
      <p:sp>
        <p:nvSpPr>
          <p:cNvPr id="14" name="מציין מיקום תוכן 13">
            <a:extLst>
              <a:ext uri="{FF2B5EF4-FFF2-40B4-BE49-F238E27FC236}">
                <a16:creationId xmlns:a16="http://schemas.microsoft.com/office/drawing/2014/main" id="{FC4D723F-4492-3B3B-CE74-0959714EEB14}"/>
              </a:ext>
            </a:extLst>
          </p:cNvPr>
          <p:cNvSpPr>
            <a:spLocks noGrp="1"/>
          </p:cNvSpPr>
          <p:nvPr>
            <p:ph sz="quarter" idx="16"/>
          </p:nvPr>
        </p:nvSpPr>
        <p:spPr>
          <a:xfrm>
            <a:off x="6556375" y="2522538"/>
            <a:ext cx="5175249" cy="3806825"/>
          </a:xfrm>
        </p:spPr>
        <p:txBody>
          <a:bodyPr rtlCol="1"/>
          <a:lstStyle/>
          <a:p>
            <a:pPr lvl="0" rtl="1"/>
            <a:r>
              <a:rPr lang="he"/>
              <a:t>לחץ כדי לערוך סגנונות טקסט של תבנית בסיס</a:t>
            </a:r>
          </a:p>
          <a:p>
            <a:pPr lvl="1" rtl="1"/>
            <a:r>
              <a:rPr lang="he"/>
              <a:t>רמה שניה</a:t>
            </a:r>
          </a:p>
          <a:p>
            <a:pPr lvl="2" rtl="1"/>
            <a:r>
              <a:rPr lang="he"/>
              <a:t>רמה שלישית</a:t>
            </a:r>
          </a:p>
          <a:p>
            <a:pPr lvl="3" rtl="1"/>
            <a:r>
              <a:rPr lang="he"/>
              <a:t>רמה רביעית</a:t>
            </a:r>
          </a:p>
          <a:p>
            <a:pPr lvl="4" rtl="1"/>
            <a:r>
              <a:rPr lang="he"/>
              <a:t>רמה חמישית</a:t>
            </a:r>
            <a:endParaRPr lang="en-US" dirty="0"/>
          </a:p>
        </p:txBody>
      </p:sp>
      <p:sp>
        <p:nvSpPr>
          <p:cNvPr id="11" name="מציין מיקום של כותרת תחתונה 10">
            <a:extLst>
              <a:ext uri="{FF2B5EF4-FFF2-40B4-BE49-F238E27FC236}">
                <a16:creationId xmlns:a16="http://schemas.microsoft.com/office/drawing/2014/main" id="{3FA108E0-63AE-4B5C-404F-AD0FEC4AB8B8}"/>
              </a:ext>
            </a:extLst>
          </p:cNvPr>
          <p:cNvSpPr>
            <a:spLocks noGrp="1"/>
          </p:cNvSpPr>
          <p:nvPr>
            <p:ph type="ftr" sz="quarter" idx="11"/>
          </p:nvPr>
        </p:nvSpPr>
        <p:spPr/>
        <p:txBody>
          <a:bodyPr rtlCol="1"/>
          <a:lstStyle/>
          <a:p>
            <a:pPr rtl="1"/>
            <a:r>
              <a:rPr lang="he"/>
              <a:t>טקסט כותרת תחתונה לדוגמה</a:t>
            </a:r>
          </a:p>
        </p:txBody>
      </p:sp>
      <p:sp>
        <p:nvSpPr>
          <p:cNvPr id="10" name="מציין מיקום של תאריך 9">
            <a:extLst>
              <a:ext uri="{FF2B5EF4-FFF2-40B4-BE49-F238E27FC236}">
                <a16:creationId xmlns:a16="http://schemas.microsoft.com/office/drawing/2014/main" id="{42E2EB77-3CF8-CDC9-D0D4-1AC07FC535D4}"/>
              </a:ext>
            </a:extLst>
          </p:cNvPr>
          <p:cNvSpPr>
            <a:spLocks noGrp="1"/>
          </p:cNvSpPr>
          <p:nvPr>
            <p:ph type="dt" sz="half" idx="10"/>
          </p:nvPr>
        </p:nvSpPr>
        <p:spPr/>
        <p:txBody>
          <a:bodyPr rtlCol="1"/>
          <a:lstStyle/>
          <a:p>
            <a:pPr rtl="1"/>
            <a:r>
              <a:rPr lang="en-US"/>
              <a:t>11/08/2025</a:t>
            </a:r>
            <a:endParaRPr lang="en-US" dirty="0"/>
          </a:p>
        </p:txBody>
      </p:sp>
      <p:sp>
        <p:nvSpPr>
          <p:cNvPr id="15" name="מציין מיקום של מספר שקופית 14">
            <a:extLst>
              <a:ext uri="{FF2B5EF4-FFF2-40B4-BE49-F238E27FC236}">
                <a16:creationId xmlns:a16="http://schemas.microsoft.com/office/drawing/2014/main" id="{6918C09E-FCA3-F1F6-7408-40D98FCEA9FD}"/>
              </a:ext>
            </a:extLst>
          </p:cNvPr>
          <p:cNvSpPr>
            <a:spLocks noGrp="1"/>
          </p:cNvSpPr>
          <p:nvPr>
            <p:ph type="sldNum" sz="quarter" idx="12"/>
          </p:nvPr>
        </p:nvSpPr>
        <p:spPr/>
        <p:txBody>
          <a:bodyPr rtlCol="1"/>
          <a:lstStyle/>
          <a:p>
            <a:pPr rtl="1"/>
            <a:fld id="{DDF60B60-82CA-4BB9-BA6E-A62FADF2374B}" type="slidenum">
              <a:rPr lang="en-US" smtClean="0"/>
              <a:t>‹#›</a:t>
            </a:fld>
            <a:endParaRPr lang="en-US" dirty="0"/>
          </a:p>
        </p:txBody>
      </p:sp>
      <p:cxnSp>
        <p:nvCxnSpPr>
          <p:cNvPr id="7" name="מחבר ישר 6">
            <a:extLst>
              <a:ext uri="{FF2B5EF4-FFF2-40B4-BE49-F238E27FC236}">
                <a16:creationId xmlns:a16="http://schemas.microsoft.com/office/drawing/2014/main" id="{354F547E-1AC1-2FFD-3E17-DC3F25B07823}"/>
              </a:ext>
            </a:extLst>
          </p:cNvPr>
          <p:cNvCxnSpPr>
            <a:cxnSpLocks/>
          </p:cNvCxnSpPr>
          <p:nvPr/>
        </p:nvCxnSpPr>
        <p:spPr>
          <a:xfrm>
            <a:off x="6096000" y="1362719"/>
            <a:ext cx="0" cy="5490348"/>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מחבר ישר 7">
            <a:extLst>
              <a:ext uri="{FF2B5EF4-FFF2-40B4-BE49-F238E27FC236}">
                <a16:creationId xmlns:a16="http://schemas.microsoft.com/office/drawing/2014/main" id="{8695E25D-D4B1-2002-F8AB-8B987C1683D9}"/>
              </a:ext>
            </a:extLst>
          </p:cNvPr>
          <p:cNvCxnSpPr>
            <a:cxnSpLocks/>
          </p:cNvCxnSpPr>
          <p:nvPr/>
        </p:nvCxnSpPr>
        <p:spPr>
          <a:xfrm flipH="1">
            <a:off x="0" y="2268129"/>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מחבר ישר 8">
            <a:extLst>
              <a:ext uri="{FF2B5EF4-FFF2-40B4-BE49-F238E27FC236}">
                <a16:creationId xmlns:a16="http://schemas.microsoft.com/office/drawing/2014/main" id="{8335EA16-C700-BA75-F075-2E4BC3EAFBE2}"/>
              </a:ext>
            </a:extLst>
          </p:cNvPr>
          <p:cNvCxnSpPr>
            <a:cxnSpLocks/>
          </p:cNvCxnSpPr>
          <p:nvPr/>
        </p:nvCxnSpPr>
        <p:spPr>
          <a:xfrm flipH="1">
            <a:off x="0" y="1362719"/>
            <a:ext cx="12200040" cy="0"/>
          </a:xfrm>
          <a:prstGeom prst="line">
            <a:avLst/>
          </a:prstGeom>
          <a:ln w="9525">
            <a:solidFill>
              <a:srgbClr val="616867">
                <a:alpha val="45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981542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E4552C1-DD73-A90F-46E0-33A4D558013C}"/>
              </a:ext>
            </a:extLst>
          </p:cNvPr>
          <p:cNvSpPr>
            <a:spLocks noGrp="1"/>
          </p:cNvSpPr>
          <p:nvPr>
            <p:ph type="title"/>
          </p:nvPr>
        </p:nvSpPr>
        <p:spPr/>
        <p:txBody>
          <a:bodyPr rtlCol="1"/>
          <a:lstStyle/>
          <a:p>
            <a:pPr rtl="1"/>
            <a:r>
              <a:rPr lang="he"/>
              <a:t>לחץ כדי לערוך סגנון כותרת של תבנית בסיס</a:t>
            </a:r>
            <a:endParaRPr lang="en-US" dirty="0"/>
          </a:p>
        </p:txBody>
      </p:sp>
      <p:sp>
        <p:nvSpPr>
          <p:cNvPr id="4" name="מציין מיקום של כותרת תחתונה 3">
            <a:extLst>
              <a:ext uri="{FF2B5EF4-FFF2-40B4-BE49-F238E27FC236}">
                <a16:creationId xmlns:a16="http://schemas.microsoft.com/office/drawing/2014/main" id="{238F8C10-87B8-01D2-2FEE-DAC41B9CF7CE}"/>
              </a:ext>
            </a:extLst>
          </p:cNvPr>
          <p:cNvSpPr>
            <a:spLocks noGrp="1"/>
          </p:cNvSpPr>
          <p:nvPr>
            <p:ph type="ftr" sz="quarter" idx="11"/>
          </p:nvPr>
        </p:nvSpPr>
        <p:spPr/>
        <p:txBody>
          <a:bodyPr rtlCol="1"/>
          <a:lstStyle/>
          <a:p>
            <a:pPr rtl="1"/>
            <a:r>
              <a:rPr lang="he"/>
              <a:t>טקסט כותרת תחתונה לדוגמה</a:t>
            </a:r>
          </a:p>
        </p:txBody>
      </p:sp>
      <p:sp>
        <p:nvSpPr>
          <p:cNvPr id="3" name="מציין מיקום של תאריך 2">
            <a:extLst>
              <a:ext uri="{FF2B5EF4-FFF2-40B4-BE49-F238E27FC236}">
                <a16:creationId xmlns:a16="http://schemas.microsoft.com/office/drawing/2014/main" id="{6225E57E-7F73-3825-2158-80859BAD43A4}"/>
              </a:ext>
            </a:extLst>
          </p:cNvPr>
          <p:cNvSpPr>
            <a:spLocks noGrp="1"/>
          </p:cNvSpPr>
          <p:nvPr>
            <p:ph type="dt" sz="half" idx="10"/>
          </p:nvPr>
        </p:nvSpPr>
        <p:spPr/>
        <p:txBody>
          <a:bodyPr rtlCol="1"/>
          <a:lstStyle/>
          <a:p>
            <a:pPr rtl="1"/>
            <a:r>
              <a:rPr lang="en-US"/>
              <a:t>11/08/2025</a:t>
            </a:r>
            <a:endParaRPr lang="en-US" dirty="0"/>
          </a:p>
        </p:txBody>
      </p:sp>
      <p:sp>
        <p:nvSpPr>
          <p:cNvPr id="5" name="מציין מיקום של מספר שקופית 4">
            <a:extLst>
              <a:ext uri="{FF2B5EF4-FFF2-40B4-BE49-F238E27FC236}">
                <a16:creationId xmlns:a16="http://schemas.microsoft.com/office/drawing/2014/main" id="{27A634BF-792D-AC8C-B0E0-492263401E1B}"/>
              </a:ext>
            </a:extLst>
          </p:cNvPr>
          <p:cNvSpPr>
            <a:spLocks noGrp="1"/>
          </p:cNvSpPr>
          <p:nvPr>
            <p:ph type="sldNum" sz="quarter" idx="12"/>
          </p:nvPr>
        </p:nvSpPr>
        <p:spPr/>
        <p:txBody>
          <a:bodyPr rtlCol="1"/>
          <a:lstStyle/>
          <a:p>
            <a:pPr rtl="1"/>
            <a:fld id="{DDF60B60-82CA-4BB9-BA6E-A62FADF2374B}" type="slidenum">
              <a:rPr lang="en-US" smtClean="0"/>
              <a:t>‹#›</a:t>
            </a:fld>
            <a:endParaRPr lang="en-US" dirty="0"/>
          </a:p>
        </p:txBody>
      </p:sp>
    </p:spTree>
    <p:extLst>
      <p:ext uri="{BB962C8B-B14F-4D97-AF65-F5344CB8AC3E}">
        <p14:creationId xmlns:p14="http://schemas.microsoft.com/office/powerpoint/2010/main" val="264537658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3" name="מציין מיקום של כותרת תחתונה 2">
            <a:extLst>
              <a:ext uri="{FF2B5EF4-FFF2-40B4-BE49-F238E27FC236}">
                <a16:creationId xmlns:a16="http://schemas.microsoft.com/office/drawing/2014/main" id="{3151370D-0A93-44DD-E049-EF3265B73F77}"/>
              </a:ext>
            </a:extLst>
          </p:cNvPr>
          <p:cNvSpPr>
            <a:spLocks noGrp="1"/>
          </p:cNvSpPr>
          <p:nvPr>
            <p:ph type="ftr" sz="quarter" idx="11"/>
          </p:nvPr>
        </p:nvSpPr>
        <p:spPr/>
        <p:txBody>
          <a:bodyPr rtlCol="1"/>
          <a:lstStyle/>
          <a:p>
            <a:pPr rtl="1"/>
            <a:r>
              <a:rPr lang="he"/>
              <a:t>טקסט כותרת תחתונה לדוגמה</a:t>
            </a:r>
          </a:p>
        </p:txBody>
      </p:sp>
      <p:sp>
        <p:nvSpPr>
          <p:cNvPr id="2" name="מציין מיקום של תאריך 1">
            <a:extLst>
              <a:ext uri="{FF2B5EF4-FFF2-40B4-BE49-F238E27FC236}">
                <a16:creationId xmlns:a16="http://schemas.microsoft.com/office/drawing/2014/main" id="{B6FF00A2-5853-30A7-62F5-7C7CB5A22191}"/>
              </a:ext>
            </a:extLst>
          </p:cNvPr>
          <p:cNvSpPr>
            <a:spLocks noGrp="1"/>
          </p:cNvSpPr>
          <p:nvPr>
            <p:ph type="dt" sz="half" idx="10"/>
          </p:nvPr>
        </p:nvSpPr>
        <p:spPr/>
        <p:txBody>
          <a:bodyPr rtlCol="1"/>
          <a:lstStyle/>
          <a:p>
            <a:pPr rtl="1"/>
            <a:r>
              <a:rPr lang="en-US"/>
              <a:t>11/08/2025</a:t>
            </a:r>
            <a:endParaRPr lang="en-US" dirty="0"/>
          </a:p>
        </p:txBody>
      </p:sp>
      <p:sp>
        <p:nvSpPr>
          <p:cNvPr id="4" name="מציין מיקום של מספר שקופית 3">
            <a:extLst>
              <a:ext uri="{FF2B5EF4-FFF2-40B4-BE49-F238E27FC236}">
                <a16:creationId xmlns:a16="http://schemas.microsoft.com/office/drawing/2014/main" id="{ED3E97DA-A7DF-E3FF-8937-F6A36D17F59B}"/>
              </a:ext>
            </a:extLst>
          </p:cNvPr>
          <p:cNvSpPr>
            <a:spLocks noGrp="1"/>
          </p:cNvSpPr>
          <p:nvPr>
            <p:ph type="sldNum" sz="quarter" idx="12"/>
          </p:nvPr>
        </p:nvSpPr>
        <p:spPr/>
        <p:txBody>
          <a:bodyPr rtlCol="1"/>
          <a:lstStyle/>
          <a:p>
            <a:pPr rtl="1"/>
            <a:fld id="{DDF60B60-82CA-4BB9-BA6E-A62FADF2374B}" type="slidenum">
              <a:rPr lang="en-US" smtClean="0"/>
              <a:t>‹#›</a:t>
            </a:fld>
            <a:endParaRPr lang="en-US" dirty="0"/>
          </a:p>
        </p:txBody>
      </p:sp>
    </p:spTree>
    <p:extLst>
      <p:ext uri="{BB962C8B-B14F-4D97-AF65-F5344CB8AC3E}">
        <p14:creationId xmlns:p14="http://schemas.microsoft.com/office/powerpoint/2010/main" val="81608350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8907B5AB-0FA3-E8AE-A6A1-C03EE2DDAC1C}"/>
              </a:ext>
            </a:extLst>
          </p:cNvPr>
          <p:cNvSpPr>
            <a:spLocks noGrp="1"/>
          </p:cNvSpPr>
          <p:nvPr>
            <p:ph type="title"/>
          </p:nvPr>
        </p:nvSpPr>
        <p:spPr>
          <a:xfrm>
            <a:off x="457200" y="457200"/>
            <a:ext cx="3840480" cy="1600200"/>
          </a:xfrm>
        </p:spPr>
        <p:txBody>
          <a:bodyPr rtlCol="1" anchor="t"/>
          <a:lstStyle>
            <a:lvl1pPr algn="r" rtl="1">
              <a:defRPr sz="3200"/>
            </a:lvl1pPr>
          </a:lstStyle>
          <a:p>
            <a:pPr rtl="1"/>
            <a:r>
              <a:rPr lang="he"/>
              <a:t>לחץ כדי לערוך סגנון כותרת של תבנית בסיס</a:t>
            </a:r>
            <a:endParaRPr lang="en-US" dirty="0"/>
          </a:p>
        </p:txBody>
      </p:sp>
      <p:sp>
        <p:nvSpPr>
          <p:cNvPr id="4" name="מציין מיקום טקסט 3">
            <a:extLst>
              <a:ext uri="{FF2B5EF4-FFF2-40B4-BE49-F238E27FC236}">
                <a16:creationId xmlns:a16="http://schemas.microsoft.com/office/drawing/2014/main" id="{407D3D71-61A7-7BE9-20ED-B5AF76B017E2}"/>
              </a:ext>
            </a:extLst>
          </p:cNvPr>
          <p:cNvSpPr>
            <a:spLocks noGrp="1"/>
          </p:cNvSpPr>
          <p:nvPr>
            <p:ph type="body" sz="half" idx="2"/>
          </p:nvPr>
        </p:nvSpPr>
        <p:spPr>
          <a:xfrm>
            <a:off x="457200" y="2057400"/>
            <a:ext cx="3840480" cy="3979258"/>
          </a:xfrm>
        </p:spPr>
        <p:txBody>
          <a:bodyPr rtlCol="1" anchor="b"/>
          <a:lstStyle>
            <a:lvl1pPr marL="0" indent="0" algn="r" rtl="1">
              <a:buNone/>
              <a:defRPr sz="1600"/>
            </a:lvl1pPr>
            <a:lvl2pPr marL="457200" indent="0" algn="r" rtl="1">
              <a:buNone/>
              <a:defRPr sz="1400"/>
            </a:lvl2pPr>
            <a:lvl3pPr marL="914400" indent="0" algn="r" rtl="1">
              <a:buNone/>
              <a:defRPr sz="1200"/>
            </a:lvl3pPr>
            <a:lvl4pPr marL="1371600" indent="0" algn="r" rtl="1">
              <a:buNone/>
              <a:defRPr sz="1000"/>
            </a:lvl4pPr>
            <a:lvl5pPr marL="1828800" indent="0" algn="r" rtl="1">
              <a:buNone/>
              <a:defRPr sz="1000"/>
            </a:lvl5pPr>
            <a:lvl6pPr marL="2286000" indent="0" algn="r" rtl="1">
              <a:buNone/>
              <a:defRPr sz="1000"/>
            </a:lvl6pPr>
            <a:lvl7pPr marL="2743200" indent="0" algn="r" rtl="1">
              <a:buNone/>
              <a:defRPr sz="1000"/>
            </a:lvl7pPr>
            <a:lvl8pPr marL="3200400" indent="0" algn="r" rtl="1">
              <a:buNone/>
              <a:defRPr sz="1000"/>
            </a:lvl8pPr>
            <a:lvl9pPr marL="3657600" indent="0" algn="r" rtl="1">
              <a:buNone/>
              <a:defRPr sz="1000"/>
            </a:lvl9pPr>
          </a:lstStyle>
          <a:p>
            <a:pPr lvl="0" rtl="1"/>
            <a:r>
              <a:rPr lang="he"/>
              <a:t>לחץ כדי לערוך סגנונות טקסט של תבנית בסיס</a:t>
            </a:r>
          </a:p>
        </p:txBody>
      </p:sp>
      <p:sp>
        <p:nvSpPr>
          <p:cNvPr id="3" name="מציין מיקום תוכן 2">
            <a:extLst>
              <a:ext uri="{FF2B5EF4-FFF2-40B4-BE49-F238E27FC236}">
                <a16:creationId xmlns:a16="http://schemas.microsoft.com/office/drawing/2014/main" id="{94D1ED4A-75CE-22B6-973F-969688C90EC1}"/>
              </a:ext>
            </a:extLst>
          </p:cNvPr>
          <p:cNvSpPr>
            <a:spLocks noGrp="1"/>
          </p:cNvSpPr>
          <p:nvPr>
            <p:ph idx="1"/>
          </p:nvPr>
        </p:nvSpPr>
        <p:spPr>
          <a:xfrm>
            <a:off x="5183187" y="457201"/>
            <a:ext cx="6551601" cy="5579457"/>
          </a:xfrm>
        </p:spPr>
        <p:txBody>
          <a:bodyPr vert="horz" lIns="91440" tIns="45720" rIns="91440" bIns="45720" rtlCol="1">
            <a:normAutofit/>
          </a:bodyPr>
          <a:lstStyle>
            <a:lvl1pPr algn="r" rtl="1">
              <a:defRPr lang="en-US" dirty="0"/>
            </a:lvl1pPr>
            <a:lvl2pPr algn="r" rtl="1">
              <a:defRPr lang="en-US" dirty="0"/>
            </a:lvl2pPr>
            <a:lvl3pPr algn="r" rtl="1">
              <a:defRPr lang="en-US" dirty="0"/>
            </a:lvl3pPr>
            <a:lvl4pPr algn="r" rtl="1">
              <a:defRPr lang="en-US" dirty="0"/>
            </a:lvl4pPr>
            <a:lvl5pPr algn="r" rtl="1">
              <a:defRPr lang="en-US" dirty="0"/>
            </a:lvl5pPr>
          </a:lstStyle>
          <a:p>
            <a:pPr lvl="0" rtl="1"/>
            <a:r>
              <a:rPr lang="he"/>
              <a:t>לחץ כדי לערוך סגנונות טקסט של תבנית בסיס</a:t>
            </a:r>
          </a:p>
          <a:p>
            <a:pPr lvl="1" rtl="1"/>
            <a:r>
              <a:rPr lang="he"/>
              <a:t>רמה שניה</a:t>
            </a:r>
          </a:p>
          <a:p>
            <a:pPr lvl="2" rtl="1"/>
            <a:r>
              <a:rPr lang="he"/>
              <a:t>רמה שלישית</a:t>
            </a:r>
          </a:p>
          <a:p>
            <a:pPr lvl="3" rtl="1"/>
            <a:r>
              <a:rPr lang="he"/>
              <a:t>רמה רביעית</a:t>
            </a:r>
          </a:p>
          <a:p>
            <a:pPr lvl="4" rtl="1"/>
            <a:r>
              <a:rPr lang="he"/>
              <a:t>רמה חמישית</a:t>
            </a:r>
            <a:endParaRPr lang="en-US" dirty="0"/>
          </a:p>
        </p:txBody>
      </p:sp>
      <p:sp>
        <p:nvSpPr>
          <p:cNvPr id="6" name="מציין מיקום של כותרת תחתונה 5">
            <a:extLst>
              <a:ext uri="{FF2B5EF4-FFF2-40B4-BE49-F238E27FC236}">
                <a16:creationId xmlns:a16="http://schemas.microsoft.com/office/drawing/2014/main" id="{ABDB4269-D6C6-3706-6E34-9B96440E4C79}"/>
              </a:ext>
            </a:extLst>
          </p:cNvPr>
          <p:cNvSpPr>
            <a:spLocks noGrp="1"/>
          </p:cNvSpPr>
          <p:nvPr>
            <p:ph type="ftr" sz="quarter" idx="11"/>
          </p:nvPr>
        </p:nvSpPr>
        <p:spPr>
          <a:xfrm>
            <a:off x="457200" y="6445997"/>
            <a:ext cx="3949302" cy="365125"/>
          </a:xfrm>
        </p:spPr>
        <p:txBody>
          <a:bodyPr rtlCol="1"/>
          <a:lstStyle/>
          <a:p>
            <a:pPr rtl="1"/>
            <a:r>
              <a:rPr lang="he"/>
              <a:t>טקסט כותרת תחתונה לדוגמה</a:t>
            </a:r>
          </a:p>
        </p:txBody>
      </p:sp>
      <p:sp>
        <p:nvSpPr>
          <p:cNvPr id="5" name="מציין מיקום של תאריך 4">
            <a:extLst>
              <a:ext uri="{FF2B5EF4-FFF2-40B4-BE49-F238E27FC236}">
                <a16:creationId xmlns:a16="http://schemas.microsoft.com/office/drawing/2014/main" id="{8525825D-6882-CF7E-DED2-796EB50E5624}"/>
              </a:ext>
            </a:extLst>
          </p:cNvPr>
          <p:cNvSpPr>
            <a:spLocks noGrp="1"/>
          </p:cNvSpPr>
          <p:nvPr>
            <p:ph type="dt" sz="half" idx="10"/>
          </p:nvPr>
        </p:nvSpPr>
        <p:spPr/>
        <p:txBody>
          <a:bodyPr rtlCol="1"/>
          <a:lstStyle/>
          <a:p>
            <a:pPr rtl="1"/>
            <a:r>
              <a:rPr lang="en-US"/>
              <a:t>11/08/2025</a:t>
            </a:r>
            <a:endParaRPr lang="en-US" dirty="0"/>
          </a:p>
        </p:txBody>
      </p:sp>
      <p:sp>
        <p:nvSpPr>
          <p:cNvPr id="7" name="מציין מיקום של מספר שקופית 6">
            <a:extLst>
              <a:ext uri="{FF2B5EF4-FFF2-40B4-BE49-F238E27FC236}">
                <a16:creationId xmlns:a16="http://schemas.microsoft.com/office/drawing/2014/main" id="{9E661EE4-2972-F8D1-E2C0-577A67DEC944}"/>
              </a:ext>
            </a:extLst>
          </p:cNvPr>
          <p:cNvSpPr>
            <a:spLocks noGrp="1"/>
          </p:cNvSpPr>
          <p:nvPr>
            <p:ph type="sldNum" sz="quarter" idx="12"/>
          </p:nvPr>
        </p:nvSpPr>
        <p:spPr/>
        <p:txBody>
          <a:bodyPr rtlCol="1"/>
          <a:lstStyle/>
          <a:p>
            <a:pPr rtl="1"/>
            <a:fld id="{DDF60B60-82CA-4BB9-BA6E-A62FADF2374B}" type="slidenum">
              <a:rPr lang="en-US" smtClean="0"/>
              <a:t>‹#›</a:t>
            </a:fld>
            <a:endParaRPr lang="en-US" dirty="0"/>
          </a:p>
        </p:txBody>
      </p:sp>
      <p:cxnSp>
        <p:nvCxnSpPr>
          <p:cNvPr id="8" name="מחבר ישר 7">
            <a:extLst>
              <a:ext uri="{FF2B5EF4-FFF2-40B4-BE49-F238E27FC236}">
                <a16:creationId xmlns:a16="http://schemas.microsoft.com/office/drawing/2014/main" id="{1A5F8204-04DE-BDF1-25A8-C8850EC04A7C}"/>
              </a:ext>
            </a:extLst>
          </p:cNvPr>
          <p:cNvCxnSpPr>
            <a:cxnSpLocks/>
          </p:cNvCxnSpPr>
          <p:nvPr/>
        </p:nvCxnSpPr>
        <p:spPr>
          <a:xfrm>
            <a:off x="4643464"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מחבר ישר 8">
            <a:extLst>
              <a:ext uri="{FF2B5EF4-FFF2-40B4-BE49-F238E27FC236}">
                <a16:creationId xmlns:a16="http://schemas.microsoft.com/office/drawing/2014/main" id="{EC0CCA0B-4B85-D092-C9D6-7644345E4BFB}"/>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8916428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CB064BF-25B8-DF5F-78A5-EF299DBC0FE5}"/>
              </a:ext>
            </a:extLst>
          </p:cNvPr>
          <p:cNvSpPr>
            <a:spLocks noGrp="1"/>
          </p:cNvSpPr>
          <p:nvPr>
            <p:ph type="title"/>
          </p:nvPr>
        </p:nvSpPr>
        <p:spPr>
          <a:xfrm>
            <a:off x="457200" y="457200"/>
            <a:ext cx="3840480" cy="1600200"/>
          </a:xfrm>
        </p:spPr>
        <p:txBody>
          <a:bodyPr rtlCol="1" anchor="t"/>
          <a:lstStyle>
            <a:lvl1pPr algn="r" rtl="1">
              <a:defRPr sz="3200"/>
            </a:lvl1pPr>
          </a:lstStyle>
          <a:p>
            <a:pPr rtl="1"/>
            <a:r>
              <a:rPr lang="he"/>
              <a:t>לחץ כדי לערוך סגנון כותרת של תבנית בסיס</a:t>
            </a:r>
            <a:endParaRPr lang="en-US" dirty="0"/>
          </a:p>
        </p:txBody>
      </p:sp>
      <p:sp>
        <p:nvSpPr>
          <p:cNvPr id="4" name="מציין מיקום טקסט 3">
            <a:extLst>
              <a:ext uri="{FF2B5EF4-FFF2-40B4-BE49-F238E27FC236}">
                <a16:creationId xmlns:a16="http://schemas.microsoft.com/office/drawing/2014/main" id="{3EB6BD76-5832-C2AF-7743-B7CB3A9FD207}"/>
              </a:ext>
            </a:extLst>
          </p:cNvPr>
          <p:cNvSpPr>
            <a:spLocks noGrp="1"/>
          </p:cNvSpPr>
          <p:nvPr>
            <p:ph type="body" sz="half" idx="2"/>
          </p:nvPr>
        </p:nvSpPr>
        <p:spPr>
          <a:xfrm>
            <a:off x="457200" y="2073584"/>
            <a:ext cx="3840480" cy="3880736"/>
          </a:xfrm>
        </p:spPr>
        <p:txBody>
          <a:bodyPr rtlCol="1" anchor="b"/>
          <a:lstStyle>
            <a:lvl1pPr marL="0" indent="0" algn="r" rtl="1">
              <a:buNone/>
              <a:defRPr sz="1600"/>
            </a:lvl1pPr>
            <a:lvl2pPr marL="457200" indent="0" algn="r" rtl="1">
              <a:buNone/>
              <a:defRPr sz="1400"/>
            </a:lvl2pPr>
            <a:lvl3pPr marL="914400" indent="0" algn="r" rtl="1">
              <a:buNone/>
              <a:defRPr sz="1200"/>
            </a:lvl3pPr>
            <a:lvl4pPr marL="1371600" indent="0" algn="r" rtl="1">
              <a:buNone/>
              <a:defRPr sz="1000"/>
            </a:lvl4pPr>
            <a:lvl5pPr marL="1828800" indent="0" algn="r" rtl="1">
              <a:buNone/>
              <a:defRPr sz="1000"/>
            </a:lvl5pPr>
            <a:lvl6pPr marL="2286000" indent="0" algn="r" rtl="1">
              <a:buNone/>
              <a:defRPr sz="1000"/>
            </a:lvl6pPr>
            <a:lvl7pPr marL="2743200" indent="0" algn="r" rtl="1">
              <a:buNone/>
              <a:defRPr sz="1000"/>
            </a:lvl7pPr>
            <a:lvl8pPr marL="3200400" indent="0" algn="r" rtl="1">
              <a:buNone/>
              <a:defRPr sz="1000"/>
            </a:lvl8pPr>
            <a:lvl9pPr marL="3657600" indent="0" algn="r" rtl="1">
              <a:buNone/>
              <a:defRPr sz="1000"/>
            </a:lvl9pPr>
          </a:lstStyle>
          <a:p>
            <a:pPr lvl="0" rtl="1"/>
            <a:r>
              <a:rPr lang="he"/>
              <a:t>לחץ כדי לערוך סגנונות טקסט של תבנית בסיס</a:t>
            </a:r>
          </a:p>
        </p:txBody>
      </p:sp>
      <p:sp>
        <p:nvSpPr>
          <p:cNvPr id="3" name="מציין מיקום של תמונה 2">
            <a:extLst>
              <a:ext uri="{FF2B5EF4-FFF2-40B4-BE49-F238E27FC236}">
                <a16:creationId xmlns:a16="http://schemas.microsoft.com/office/drawing/2014/main" id="{3F01BD91-BD6E-DEBA-3699-22D6D0CCE7F1}"/>
              </a:ext>
            </a:extLst>
          </p:cNvPr>
          <p:cNvSpPr>
            <a:spLocks noGrp="1"/>
          </p:cNvSpPr>
          <p:nvPr>
            <p:ph type="pic" idx="1" hasCustomPrompt="1"/>
          </p:nvPr>
        </p:nvSpPr>
        <p:spPr>
          <a:xfrm>
            <a:off x="5183188" y="542165"/>
            <a:ext cx="6466646" cy="5313731"/>
          </a:xfrm>
          <a:blipFill dpi="0" rotWithShape="1">
            <a:blip r:embed="rId2">
              <a:alphaModFix amt="80000"/>
            </a:blip>
            <a:srcRect/>
            <a:stretch>
              <a:fillRect/>
            </a:stretch>
          </a:blipFill>
        </p:spPr>
        <p:txBody>
          <a:bodyPr rtlCol="1">
            <a:normAutofit/>
          </a:bodyPr>
          <a:lstStyle>
            <a:lvl1pPr marL="0" indent="0" algn="r" rtl="1">
              <a:buNone/>
              <a:defRPr sz="18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rtl="1"/>
            <a:r>
              <a:rPr lang="he"/>
              <a:t> </a:t>
            </a:r>
          </a:p>
        </p:txBody>
      </p:sp>
      <p:sp>
        <p:nvSpPr>
          <p:cNvPr id="6" name="מציין מיקום של כותרת תחתונה 5">
            <a:extLst>
              <a:ext uri="{FF2B5EF4-FFF2-40B4-BE49-F238E27FC236}">
                <a16:creationId xmlns:a16="http://schemas.microsoft.com/office/drawing/2014/main" id="{5BC7AD9D-75CD-C3FA-F88F-4D8A87B72273}"/>
              </a:ext>
            </a:extLst>
          </p:cNvPr>
          <p:cNvSpPr>
            <a:spLocks noGrp="1"/>
          </p:cNvSpPr>
          <p:nvPr>
            <p:ph type="ftr" sz="quarter" idx="11"/>
          </p:nvPr>
        </p:nvSpPr>
        <p:spPr>
          <a:xfrm>
            <a:off x="457200" y="6445997"/>
            <a:ext cx="3949302" cy="365125"/>
          </a:xfrm>
        </p:spPr>
        <p:txBody>
          <a:bodyPr rtlCol="1"/>
          <a:lstStyle/>
          <a:p>
            <a:pPr rtl="1"/>
            <a:r>
              <a:rPr lang="he"/>
              <a:t>טקסט כותרת תחתונה לדוגמה</a:t>
            </a:r>
          </a:p>
        </p:txBody>
      </p:sp>
      <p:sp>
        <p:nvSpPr>
          <p:cNvPr id="5" name="מציין מיקום של תאריך 4">
            <a:extLst>
              <a:ext uri="{FF2B5EF4-FFF2-40B4-BE49-F238E27FC236}">
                <a16:creationId xmlns:a16="http://schemas.microsoft.com/office/drawing/2014/main" id="{F47D41FD-57A5-7CC9-58D3-3ACA20265E6C}"/>
              </a:ext>
            </a:extLst>
          </p:cNvPr>
          <p:cNvSpPr>
            <a:spLocks noGrp="1"/>
          </p:cNvSpPr>
          <p:nvPr>
            <p:ph type="dt" sz="half" idx="10"/>
          </p:nvPr>
        </p:nvSpPr>
        <p:spPr/>
        <p:txBody>
          <a:bodyPr rtlCol="1"/>
          <a:lstStyle/>
          <a:p>
            <a:pPr rtl="1"/>
            <a:r>
              <a:rPr lang="en-US"/>
              <a:t>11/08/2025</a:t>
            </a:r>
            <a:endParaRPr lang="en-US" dirty="0"/>
          </a:p>
        </p:txBody>
      </p:sp>
      <p:sp>
        <p:nvSpPr>
          <p:cNvPr id="7" name="מציין מיקום של מספר שקופית 6">
            <a:extLst>
              <a:ext uri="{FF2B5EF4-FFF2-40B4-BE49-F238E27FC236}">
                <a16:creationId xmlns:a16="http://schemas.microsoft.com/office/drawing/2014/main" id="{6EACC530-F0C1-526A-3F3A-EA8A7A29A70E}"/>
              </a:ext>
            </a:extLst>
          </p:cNvPr>
          <p:cNvSpPr>
            <a:spLocks noGrp="1"/>
          </p:cNvSpPr>
          <p:nvPr>
            <p:ph type="sldNum" sz="quarter" idx="12"/>
          </p:nvPr>
        </p:nvSpPr>
        <p:spPr/>
        <p:txBody>
          <a:bodyPr rtlCol="1"/>
          <a:lstStyle/>
          <a:p>
            <a:pPr rtl="1"/>
            <a:fld id="{DDF60B60-82CA-4BB9-BA6E-A62FADF2374B}" type="slidenum">
              <a:rPr lang="en-US" smtClean="0"/>
              <a:t>‹#›</a:t>
            </a:fld>
            <a:endParaRPr lang="en-US" dirty="0"/>
          </a:p>
        </p:txBody>
      </p:sp>
      <p:cxnSp>
        <p:nvCxnSpPr>
          <p:cNvPr id="9" name="מחבר ישר 8">
            <a:extLst>
              <a:ext uri="{FF2B5EF4-FFF2-40B4-BE49-F238E27FC236}">
                <a16:creationId xmlns:a16="http://schemas.microsoft.com/office/drawing/2014/main" id="{09332F2A-AF1E-7A2E-F872-24CEC59A2C2B}"/>
              </a:ext>
            </a:extLst>
          </p:cNvPr>
          <p:cNvCxnSpPr>
            <a:cxnSpLocks/>
          </p:cNvCxnSpPr>
          <p:nvPr/>
        </p:nvCxnSpPr>
        <p:spPr>
          <a:xfrm>
            <a:off x="4643464"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מחבר ישר 9">
            <a:extLst>
              <a:ext uri="{FF2B5EF4-FFF2-40B4-BE49-F238E27FC236}">
                <a16:creationId xmlns:a16="http://schemas.microsoft.com/office/drawing/2014/main" id="{3041477D-FCE4-BE8D-ED72-1A4C8D664981}"/>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340956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מסקנה">
    <p:bg>
      <p:bgRef idx="1001">
        <a:schemeClr val="bg2"/>
      </p:bgRef>
    </p:bg>
    <p:spTree>
      <p:nvGrpSpPr>
        <p:cNvPr id="1" name=""/>
        <p:cNvGrpSpPr/>
        <p:nvPr/>
      </p:nvGrpSpPr>
      <p:grpSpPr>
        <a:xfrm>
          <a:off x="0" y="0"/>
          <a:ext cx="0" cy="0"/>
          <a:chOff x="0" y="0"/>
          <a:chExt cx="0" cy="0"/>
        </a:xfrm>
      </p:grpSpPr>
      <p:sp>
        <p:nvSpPr>
          <p:cNvPr id="3" name="מלבן 2">
            <a:extLst>
              <a:ext uri="{FF2B5EF4-FFF2-40B4-BE49-F238E27FC236}">
                <a16:creationId xmlns:a16="http://schemas.microsoft.com/office/drawing/2014/main" id="{05319627-2791-E32D-91B0-857B27F822FB}"/>
              </a:ext>
            </a:extLst>
          </p:cNvPr>
          <p:cNvSpPr/>
          <p:nvPr/>
        </p:nvSpPr>
        <p:spPr>
          <a:xfrm>
            <a:off x="0" y="0"/>
            <a:ext cx="12192000" cy="68580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1"/>
            <a:endParaRPr lang="en-US" dirty="0"/>
          </a:p>
        </p:txBody>
      </p:sp>
      <p:sp>
        <p:nvSpPr>
          <p:cNvPr id="2" name="כותרת 1">
            <a:extLst>
              <a:ext uri="{FF2B5EF4-FFF2-40B4-BE49-F238E27FC236}">
                <a16:creationId xmlns:a16="http://schemas.microsoft.com/office/drawing/2014/main" id="{BC7433D9-FD02-59E2-0F81-A0B7201D2DA0}"/>
              </a:ext>
            </a:extLst>
          </p:cNvPr>
          <p:cNvSpPr>
            <a:spLocks noGrp="1"/>
          </p:cNvSpPr>
          <p:nvPr>
            <p:ph type="title"/>
          </p:nvPr>
        </p:nvSpPr>
        <p:spPr>
          <a:xfrm>
            <a:off x="457200" y="1034473"/>
            <a:ext cx="11122508" cy="1993399"/>
          </a:xfrm>
        </p:spPr>
        <p:txBody>
          <a:bodyPr rtlCol="1" anchor="b">
            <a:normAutofit/>
          </a:bodyPr>
          <a:lstStyle>
            <a:lvl1pPr algn="r" rtl="1">
              <a:defRPr sz="6000" cap="all" baseline="0">
                <a:solidFill>
                  <a:schemeClr val="accent1"/>
                </a:solidFill>
              </a:defRPr>
            </a:lvl1pPr>
          </a:lstStyle>
          <a:p>
            <a:pPr rtl="1"/>
            <a:r>
              <a:rPr lang="he"/>
              <a:t>לחץ כדי לערוך סגנון כותרת של תבנית בסיס</a:t>
            </a:r>
            <a:endParaRPr lang="en-US" dirty="0"/>
          </a:p>
        </p:txBody>
      </p:sp>
      <p:sp>
        <p:nvSpPr>
          <p:cNvPr id="7" name="מציין מיקום תוכן 6">
            <a:extLst>
              <a:ext uri="{FF2B5EF4-FFF2-40B4-BE49-F238E27FC236}">
                <a16:creationId xmlns:a16="http://schemas.microsoft.com/office/drawing/2014/main" id="{053FFEDA-E57B-DF13-2394-A1514E15F85A}"/>
              </a:ext>
            </a:extLst>
          </p:cNvPr>
          <p:cNvSpPr>
            <a:spLocks noGrp="1"/>
          </p:cNvSpPr>
          <p:nvPr>
            <p:ph sz="quarter" idx="14"/>
          </p:nvPr>
        </p:nvSpPr>
        <p:spPr>
          <a:xfrm>
            <a:off x="457199" y="3528206"/>
            <a:ext cx="11122509" cy="2754253"/>
          </a:xfrm>
        </p:spPr>
        <p:txBody>
          <a:bodyPr vert="horz" lIns="91440" tIns="45720" rIns="91440" bIns="45720" rtlCol="1">
            <a:normAutofit/>
          </a:bodyPr>
          <a:lstStyle>
            <a:lvl1pPr marL="0" indent="0" algn="r" rtl="1">
              <a:buNone/>
              <a:defRPr lang="en-US" dirty="0">
                <a:solidFill>
                  <a:schemeClr val="tx2"/>
                </a:solidFill>
              </a:defRPr>
            </a:lvl1pPr>
            <a:lvl2pPr marL="228600" indent="0" algn="r" rtl="1">
              <a:buNone/>
              <a:defRPr lang="en-US" dirty="0">
                <a:solidFill>
                  <a:schemeClr val="tx2"/>
                </a:solidFill>
              </a:defRPr>
            </a:lvl2pPr>
            <a:lvl3pPr marL="457200" indent="0" algn="r" rtl="1">
              <a:buNone/>
              <a:defRPr lang="en-US" dirty="0">
                <a:solidFill>
                  <a:schemeClr val="tx2"/>
                </a:solidFill>
              </a:defRPr>
            </a:lvl3pPr>
            <a:lvl4pPr marL="685800" indent="0" algn="r" rtl="1">
              <a:buNone/>
              <a:defRPr lang="en-US" dirty="0">
                <a:solidFill>
                  <a:schemeClr val="tx2"/>
                </a:solidFill>
              </a:defRPr>
            </a:lvl4pPr>
            <a:lvl5pPr marL="914400" indent="0" algn="r" rtl="1">
              <a:buNone/>
              <a:defRPr lang="en-US" dirty="0">
                <a:solidFill>
                  <a:schemeClr val="tx2"/>
                </a:solidFill>
              </a:defRPr>
            </a:lvl5pPr>
          </a:lstStyle>
          <a:p>
            <a:pPr lvl="0" rtl="1"/>
            <a:r>
              <a:rPr lang="he"/>
              <a:t>לחץ כדי לערוך סגנונות טקסט של תבנית בסיס</a:t>
            </a:r>
          </a:p>
          <a:p>
            <a:pPr lvl="1" rtl="1"/>
            <a:r>
              <a:rPr lang="he"/>
              <a:t>רמה שניה</a:t>
            </a:r>
          </a:p>
          <a:p>
            <a:pPr lvl="2" rtl="1"/>
            <a:r>
              <a:rPr lang="he"/>
              <a:t>רמה שלישית</a:t>
            </a:r>
          </a:p>
          <a:p>
            <a:pPr lvl="3" rtl="1"/>
            <a:r>
              <a:rPr lang="he"/>
              <a:t>רמה רביעית</a:t>
            </a:r>
          </a:p>
          <a:p>
            <a:pPr lvl="4" rtl="1"/>
            <a:r>
              <a:rPr lang="he"/>
              <a:t>רמה חמישית</a:t>
            </a:r>
            <a:endParaRPr lang="en-US" dirty="0"/>
          </a:p>
        </p:txBody>
      </p:sp>
      <p:sp>
        <p:nvSpPr>
          <p:cNvPr id="5" name="מציין מיקום של כותרת תחתונה 4">
            <a:extLst>
              <a:ext uri="{FF2B5EF4-FFF2-40B4-BE49-F238E27FC236}">
                <a16:creationId xmlns:a16="http://schemas.microsoft.com/office/drawing/2014/main" id="{B17E6B5E-6174-FD5C-41E8-FFC44C650D7E}"/>
              </a:ext>
            </a:extLst>
          </p:cNvPr>
          <p:cNvSpPr>
            <a:spLocks noGrp="1"/>
          </p:cNvSpPr>
          <p:nvPr>
            <p:ph type="ftr" sz="quarter" idx="11"/>
          </p:nvPr>
        </p:nvSpPr>
        <p:spPr>
          <a:xfrm>
            <a:off x="457200" y="6445997"/>
            <a:ext cx="3949302" cy="365125"/>
          </a:xfrm>
        </p:spPr>
        <p:txBody>
          <a:bodyPr rtlCol="1"/>
          <a:lstStyle>
            <a:lvl1pPr algn="r" rtl="1">
              <a:defRPr>
                <a:solidFill>
                  <a:schemeClr val="tx2"/>
                </a:solidFill>
              </a:defRPr>
            </a:lvl1pPr>
          </a:lstStyle>
          <a:p>
            <a:pPr rtl="1"/>
            <a:r>
              <a:rPr lang="he"/>
              <a:t>טקסט כותרת תחתונה לדוגמה</a:t>
            </a:r>
          </a:p>
        </p:txBody>
      </p:sp>
      <p:sp>
        <p:nvSpPr>
          <p:cNvPr id="4" name="מציין מיקום של תאריך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1"/>
          <a:lstStyle>
            <a:lvl1pPr algn="r" rtl="1">
              <a:defRPr>
                <a:solidFill>
                  <a:schemeClr val="tx2"/>
                </a:solidFill>
              </a:defRPr>
            </a:lvl1pPr>
          </a:lstStyle>
          <a:p>
            <a:pPr rtl="1"/>
            <a:r>
              <a:rPr lang="en-US"/>
              <a:t>11/08/2025</a:t>
            </a:r>
            <a:endParaRPr lang="en-US" dirty="0"/>
          </a:p>
        </p:txBody>
      </p:sp>
      <p:sp>
        <p:nvSpPr>
          <p:cNvPr id="6" name="מציין מיקום של מספר שקופית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1"/>
          <a:lstStyle>
            <a:lvl1pPr algn="r" rtl="1">
              <a:defRPr>
                <a:solidFill>
                  <a:schemeClr val="tx2"/>
                </a:solidFill>
              </a:defRPr>
            </a:lvl1pPr>
          </a:lstStyle>
          <a:p>
            <a:pPr rtl="1"/>
            <a:fld id="{DDF60B60-82CA-4BB9-BA6E-A62FADF2374B}" type="slidenum">
              <a:rPr lang="en-US" smtClean="0"/>
              <a:t>‹#›</a:t>
            </a:fld>
            <a:endParaRPr lang="en-US" dirty="0"/>
          </a:p>
        </p:txBody>
      </p:sp>
      <p:cxnSp>
        <p:nvCxnSpPr>
          <p:cNvPr id="11" name="מחבר ישר 10">
            <a:extLst>
              <a:ext uri="{FF2B5EF4-FFF2-40B4-BE49-F238E27FC236}">
                <a16:creationId xmlns:a16="http://schemas.microsoft.com/office/drawing/2014/main" id="{E2128EF9-7F8A-2F1B-41F7-2CA02A35CCA7}"/>
              </a:ext>
            </a:extLst>
          </p:cNvPr>
          <p:cNvCxnSpPr>
            <a:cxnSpLocks/>
          </p:cNvCxnSpPr>
          <p:nvPr/>
        </p:nvCxnSpPr>
        <p:spPr>
          <a:xfrm flipH="1">
            <a:off x="0" y="3191402"/>
            <a:ext cx="12192000" cy="0"/>
          </a:xfrm>
          <a:prstGeom prst="line">
            <a:avLst/>
          </a:prstGeom>
          <a:ln w="12700">
            <a:solidFill>
              <a:schemeClr val="tx1">
                <a:lumMod val="75000"/>
                <a:lumOff val="25000"/>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1477608"/>
      </p:ext>
    </p:extLst>
  </p:cSld>
  <p:clrMapOvr>
    <a:overrideClrMapping bg1="lt1" tx1="dk1" bg2="lt2" tx2="dk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cSld name="מסקנה 2">
    <p:bg>
      <p:bgRef idx="1001">
        <a:schemeClr val="bg2"/>
      </p:bgRef>
    </p:bg>
    <p:spTree>
      <p:nvGrpSpPr>
        <p:cNvPr id="1" name=""/>
        <p:cNvGrpSpPr/>
        <p:nvPr/>
      </p:nvGrpSpPr>
      <p:grpSpPr>
        <a:xfrm>
          <a:off x="0" y="0"/>
          <a:ext cx="0" cy="0"/>
          <a:chOff x="0" y="0"/>
          <a:chExt cx="0" cy="0"/>
        </a:xfrm>
      </p:grpSpPr>
      <p:sp>
        <p:nvSpPr>
          <p:cNvPr id="8" name="מלבן 7">
            <a:extLst>
              <a:ext uri="{FF2B5EF4-FFF2-40B4-BE49-F238E27FC236}">
                <a16:creationId xmlns:a16="http://schemas.microsoft.com/office/drawing/2014/main" id="{07CD7571-736E-B4CB-34E0-C8B31B5A98C2}"/>
              </a:ext>
            </a:extLst>
          </p:cNvPr>
          <p:cNvSpPr/>
          <p:nvPr/>
        </p:nvSpPr>
        <p:spPr>
          <a:xfrm>
            <a:off x="0" y="0"/>
            <a:ext cx="12192000" cy="68580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1"/>
            <a:endParaRPr lang="en-US" dirty="0"/>
          </a:p>
        </p:txBody>
      </p:sp>
      <p:sp>
        <p:nvSpPr>
          <p:cNvPr id="2" name="כותרת 1">
            <a:extLst>
              <a:ext uri="{FF2B5EF4-FFF2-40B4-BE49-F238E27FC236}">
                <a16:creationId xmlns:a16="http://schemas.microsoft.com/office/drawing/2014/main" id="{BC7433D9-FD02-59E2-0F81-A0B7201D2DA0}"/>
              </a:ext>
            </a:extLst>
          </p:cNvPr>
          <p:cNvSpPr>
            <a:spLocks noGrp="1"/>
          </p:cNvSpPr>
          <p:nvPr>
            <p:ph type="title"/>
          </p:nvPr>
        </p:nvSpPr>
        <p:spPr>
          <a:xfrm>
            <a:off x="457200" y="1034473"/>
            <a:ext cx="6768193" cy="1993399"/>
          </a:xfrm>
        </p:spPr>
        <p:txBody>
          <a:bodyPr rtlCol="1" anchor="b">
            <a:normAutofit/>
          </a:bodyPr>
          <a:lstStyle>
            <a:lvl1pPr algn="r" rtl="1">
              <a:defRPr sz="6000" cap="all" baseline="0">
                <a:solidFill>
                  <a:schemeClr val="accent1"/>
                </a:solidFill>
              </a:defRPr>
            </a:lvl1pPr>
          </a:lstStyle>
          <a:p>
            <a:pPr rtl="1"/>
            <a:r>
              <a:rPr lang="he"/>
              <a:t>לחץ כדי לערוך סגנון כותרת של תבנית בסיס</a:t>
            </a:r>
            <a:endParaRPr lang="en-US" dirty="0"/>
          </a:p>
        </p:txBody>
      </p:sp>
      <p:sp>
        <p:nvSpPr>
          <p:cNvPr id="7" name="מציין מיקום תוכן 6">
            <a:extLst>
              <a:ext uri="{FF2B5EF4-FFF2-40B4-BE49-F238E27FC236}">
                <a16:creationId xmlns:a16="http://schemas.microsoft.com/office/drawing/2014/main" id="{053FFEDA-E57B-DF13-2394-A1514E15F85A}"/>
              </a:ext>
            </a:extLst>
          </p:cNvPr>
          <p:cNvSpPr>
            <a:spLocks noGrp="1"/>
          </p:cNvSpPr>
          <p:nvPr>
            <p:ph sz="quarter" idx="14"/>
          </p:nvPr>
        </p:nvSpPr>
        <p:spPr>
          <a:xfrm>
            <a:off x="457200" y="3528206"/>
            <a:ext cx="6768193" cy="1794899"/>
          </a:xfrm>
        </p:spPr>
        <p:txBody>
          <a:bodyPr vert="horz" lIns="91440" tIns="45720" rIns="91440" bIns="45720" rtlCol="1">
            <a:normAutofit/>
          </a:bodyPr>
          <a:lstStyle>
            <a:lvl1pPr marL="0" indent="0" algn="r" rtl="1">
              <a:buNone/>
              <a:defRPr lang="en-US" dirty="0">
                <a:solidFill>
                  <a:schemeClr val="tx2"/>
                </a:solidFill>
              </a:defRPr>
            </a:lvl1pPr>
            <a:lvl2pPr marL="228600" indent="0" algn="r" rtl="1">
              <a:buNone/>
              <a:defRPr lang="en-US" dirty="0">
                <a:solidFill>
                  <a:schemeClr val="tx2"/>
                </a:solidFill>
              </a:defRPr>
            </a:lvl2pPr>
            <a:lvl3pPr marL="457200" indent="0" algn="r" rtl="1">
              <a:buNone/>
              <a:defRPr lang="en-US" dirty="0">
                <a:solidFill>
                  <a:schemeClr val="tx2"/>
                </a:solidFill>
              </a:defRPr>
            </a:lvl3pPr>
            <a:lvl4pPr marL="685800" indent="0" algn="r" rtl="1">
              <a:buNone/>
              <a:defRPr lang="en-US" dirty="0">
                <a:solidFill>
                  <a:schemeClr val="tx2"/>
                </a:solidFill>
              </a:defRPr>
            </a:lvl4pPr>
            <a:lvl5pPr marL="914400" indent="0" algn="r" rtl="1">
              <a:buNone/>
              <a:defRPr lang="en-US" dirty="0">
                <a:solidFill>
                  <a:schemeClr val="tx2"/>
                </a:solidFill>
              </a:defRPr>
            </a:lvl5pPr>
          </a:lstStyle>
          <a:p>
            <a:pPr lvl="0" rtl="1"/>
            <a:r>
              <a:rPr lang="he"/>
              <a:t>לחץ כדי לערוך סגנונות טקסט של תבנית בסיס</a:t>
            </a:r>
          </a:p>
          <a:p>
            <a:pPr lvl="1" rtl="1"/>
            <a:r>
              <a:rPr lang="he"/>
              <a:t>רמה שניה</a:t>
            </a:r>
          </a:p>
          <a:p>
            <a:pPr lvl="2" rtl="1"/>
            <a:r>
              <a:rPr lang="he"/>
              <a:t>רמה שלישית</a:t>
            </a:r>
          </a:p>
          <a:p>
            <a:pPr lvl="3" rtl="1"/>
            <a:r>
              <a:rPr lang="he"/>
              <a:t>רמה רביעית</a:t>
            </a:r>
          </a:p>
          <a:p>
            <a:pPr lvl="4" rtl="1"/>
            <a:r>
              <a:rPr lang="he"/>
              <a:t>רמה חמישית</a:t>
            </a:r>
            <a:endParaRPr lang="en-US" dirty="0"/>
          </a:p>
        </p:txBody>
      </p:sp>
      <p:sp>
        <p:nvSpPr>
          <p:cNvPr id="5" name="מציין מיקום של כותרת תחתונה 4">
            <a:extLst>
              <a:ext uri="{FF2B5EF4-FFF2-40B4-BE49-F238E27FC236}">
                <a16:creationId xmlns:a16="http://schemas.microsoft.com/office/drawing/2014/main" id="{B17E6B5E-6174-FD5C-41E8-FFC44C650D7E}"/>
              </a:ext>
            </a:extLst>
          </p:cNvPr>
          <p:cNvSpPr>
            <a:spLocks noGrp="1"/>
          </p:cNvSpPr>
          <p:nvPr>
            <p:ph type="ftr" sz="quarter" idx="11"/>
          </p:nvPr>
        </p:nvSpPr>
        <p:spPr>
          <a:xfrm>
            <a:off x="457200" y="6445997"/>
            <a:ext cx="3949302" cy="365125"/>
          </a:xfrm>
        </p:spPr>
        <p:txBody>
          <a:bodyPr rtlCol="1"/>
          <a:lstStyle>
            <a:lvl1pPr algn="r" rtl="1">
              <a:defRPr>
                <a:solidFill>
                  <a:schemeClr val="tx2"/>
                </a:solidFill>
              </a:defRPr>
            </a:lvl1pPr>
          </a:lstStyle>
          <a:p>
            <a:pPr rtl="1"/>
            <a:r>
              <a:rPr lang="he"/>
              <a:t>טקסט כותרת תחתונה לדוגמה</a:t>
            </a:r>
          </a:p>
        </p:txBody>
      </p:sp>
      <p:sp>
        <p:nvSpPr>
          <p:cNvPr id="4" name="מציין מיקום של תאריך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1"/>
          <a:lstStyle>
            <a:lvl1pPr algn="r" rtl="1">
              <a:defRPr>
                <a:solidFill>
                  <a:schemeClr val="tx2"/>
                </a:solidFill>
              </a:defRPr>
            </a:lvl1pPr>
          </a:lstStyle>
          <a:p>
            <a:pPr rtl="1"/>
            <a:r>
              <a:rPr lang="en-US"/>
              <a:t>11/08/2025</a:t>
            </a:r>
            <a:endParaRPr lang="en-US" dirty="0"/>
          </a:p>
        </p:txBody>
      </p:sp>
      <p:sp>
        <p:nvSpPr>
          <p:cNvPr id="6" name="מציין מיקום של מספר שקופית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1"/>
          <a:lstStyle>
            <a:lvl1pPr algn="r" rtl="1">
              <a:defRPr>
                <a:solidFill>
                  <a:schemeClr val="tx2"/>
                </a:solidFill>
              </a:defRPr>
            </a:lvl1pPr>
          </a:lstStyle>
          <a:p>
            <a:pPr rtl="1"/>
            <a:fld id="{DDF60B60-82CA-4BB9-BA6E-A62FADF2374B}" type="slidenum">
              <a:rPr lang="en-US" smtClean="0"/>
              <a:t>‹#›</a:t>
            </a:fld>
            <a:endParaRPr lang="en-US" dirty="0"/>
          </a:p>
        </p:txBody>
      </p:sp>
      <p:cxnSp>
        <p:nvCxnSpPr>
          <p:cNvPr id="11" name="מחבר ישר 10">
            <a:extLst>
              <a:ext uri="{FF2B5EF4-FFF2-40B4-BE49-F238E27FC236}">
                <a16:creationId xmlns:a16="http://schemas.microsoft.com/office/drawing/2014/main" id="{E2128EF9-7F8A-2F1B-41F7-2CA02A35CCA7}"/>
              </a:ext>
            </a:extLst>
          </p:cNvPr>
          <p:cNvCxnSpPr>
            <a:cxnSpLocks/>
          </p:cNvCxnSpPr>
          <p:nvPr/>
        </p:nvCxnSpPr>
        <p:spPr>
          <a:xfrm flipH="1">
            <a:off x="0" y="3191402"/>
            <a:ext cx="12192000" cy="0"/>
          </a:xfrm>
          <a:prstGeom prst="line">
            <a:avLst/>
          </a:prstGeom>
          <a:ln w="12700">
            <a:solidFill>
              <a:schemeClr val="tx1">
                <a:lumMod val="75000"/>
                <a:lumOff val="25000"/>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508921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theme" Target="../theme/theme1.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a:extLst>
              <a:ext uri="{FF2B5EF4-FFF2-40B4-BE49-F238E27FC236}">
                <a16:creationId xmlns:a16="http://schemas.microsoft.com/office/drawing/2014/main" id="{CC57148D-D60C-3359-4AC2-15A43E221742}"/>
              </a:ext>
            </a:extLst>
          </p:cNvPr>
          <p:cNvSpPr>
            <a:spLocks noGrp="1"/>
          </p:cNvSpPr>
          <p:nvPr>
            <p:ph type="title"/>
          </p:nvPr>
        </p:nvSpPr>
        <p:spPr>
          <a:xfrm>
            <a:off x="457200" y="533401"/>
            <a:ext cx="10515600" cy="1157288"/>
          </a:xfrm>
          <a:prstGeom prst="rect">
            <a:avLst/>
          </a:prstGeom>
        </p:spPr>
        <p:txBody>
          <a:bodyPr vert="horz" lIns="91440" tIns="45720" rIns="91440" bIns="45720" rtlCol="1" anchor="b">
            <a:normAutofit/>
          </a:bodyPr>
          <a:lstStyle/>
          <a:p>
            <a:pPr rtl="1"/>
            <a:r>
              <a:rPr lang="he"/>
              <a:t>לחץ כדי לערוך סגנון כותרת של תבנית בסיס</a:t>
            </a:r>
            <a:endParaRPr lang="en-US" dirty="0"/>
          </a:p>
        </p:txBody>
      </p:sp>
      <p:sp>
        <p:nvSpPr>
          <p:cNvPr id="3" name="מציין מיקום טקסט 2">
            <a:extLst>
              <a:ext uri="{FF2B5EF4-FFF2-40B4-BE49-F238E27FC236}">
                <a16:creationId xmlns:a16="http://schemas.microsoft.com/office/drawing/2014/main" id="{E1A8731C-FCAE-A05A-5A11-57005B86ABD4}"/>
              </a:ext>
            </a:extLst>
          </p:cNvPr>
          <p:cNvSpPr>
            <a:spLocks noGrp="1"/>
          </p:cNvSpPr>
          <p:nvPr>
            <p:ph type="body" idx="1"/>
          </p:nvPr>
        </p:nvSpPr>
        <p:spPr>
          <a:xfrm>
            <a:off x="457200" y="1825625"/>
            <a:ext cx="10515600" cy="4351338"/>
          </a:xfrm>
          <a:prstGeom prst="rect">
            <a:avLst/>
          </a:prstGeom>
        </p:spPr>
        <p:txBody>
          <a:bodyPr vert="horz" lIns="91440" tIns="45720" rIns="91440" bIns="45720" rtlCol="1">
            <a:normAutofit/>
          </a:bodyPr>
          <a:lstStyle/>
          <a:p>
            <a:pPr lvl="0" rtl="1"/>
            <a:r>
              <a:rPr lang="he"/>
              <a:t>לחץ כדי לערוך סגנונות טקסט של תבנית בסיס</a:t>
            </a:r>
          </a:p>
          <a:p>
            <a:pPr lvl="1" rtl="1"/>
            <a:r>
              <a:rPr lang="he"/>
              <a:t>רמה שניה</a:t>
            </a:r>
          </a:p>
          <a:p>
            <a:pPr lvl="2" rtl="1"/>
            <a:r>
              <a:rPr lang="he"/>
              <a:t>רמה שלישית</a:t>
            </a:r>
          </a:p>
          <a:p>
            <a:pPr lvl="3" rtl="1"/>
            <a:r>
              <a:rPr lang="he"/>
              <a:t>רמה רביעית</a:t>
            </a:r>
          </a:p>
          <a:p>
            <a:pPr lvl="4" rtl="1"/>
            <a:r>
              <a:rPr lang="he"/>
              <a:t>רמה חמישית</a:t>
            </a:r>
            <a:endParaRPr lang="en-US" dirty="0"/>
          </a:p>
        </p:txBody>
      </p:sp>
      <p:sp>
        <p:nvSpPr>
          <p:cNvPr id="5" name="מציין מיקום של כותרת תחתונה 4">
            <a:extLst>
              <a:ext uri="{FF2B5EF4-FFF2-40B4-BE49-F238E27FC236}">
                <a16:creationId xmlns:a16="http://schemas.microsoft.com/office/drawing/2014/main" id="{44952E70-B2DF-717F-6373-70A688FAD82F}"/>
              </a:ext>
            </a:extLst>
          </p:cNvPr>
          <p:cNvSpPr>
            <a:spLocks noGrp="1"/>
          </p:cNvSpPr>
          <p:nvPr>
            <p:ph type="ftr" sz="quarter" idx="3"/>
          </p:nvPr>
        </p:nvSpPr>
        <p:spPr>
          <a:xfrm>
            <a:off x="457200" y="6445997"/>
            <a:ext cx="3949302" cy="365125"/>
          </a:xfrm>
          <a:prstGeom prst="rect">
            <a:avLst/>
          </a:prstGeom>
        </p:spPr>
        <p:txBody>
          <a:bodyPr vert="horz" lIns="91440" tIns="45720" rIns="91440" bIns="45720" rtlCol="1" anchor="ctr"/>
          <a:lstStyle>
            <a:lvl1pPr algn="r" rtl="1">
              <a:defRPr sz="900">
                <a:solidFill>
                  <a:schemeClr val="tx1">
                    <a:lumMod val="95000"/>
                    <a:lumOff val="5000"/>
                  </a:schemeClr>
                </a:solidFill>
              </a:defRPr>
            </a:lvl1pPr>
          </a:lstStyle>
          <a:p>
            <a:pPr rtl="1"/>
            <a:r>
              <a:rPr lang="he"/>
              <a:t>טקסט כותרת תחתונה לדוגמה</a:t>
            </a:r>
          </a:p>
        </p:txBody>
      </p:sp>
      <p:sp>
        <p:nvSpPr>
          <p:cNvPr id="4" name="מציין מיקום של תאריך 3">
            <a:extLst>
              <a:ext uri="{FF2B5EF4-FFF2-40B4-BE49-F238E27FC236}">
                <a16:creationId xmlns:a16="http://schemas.microsoft.com/office/drawing/2014/main" id="{225215E5-6146-14C5-665E-EF04630DCB32}"/>
              </a:ext>
            </a:extLst>
          </p:cNvPr>
          <p:cNvSpPr>
            <a:spLocks noGrp="1"/>
          </p:cNvSpPr>
          <p:nvPr>
            <p:ph type="dt" sz="half" idx="2"/>
          </p:nvPr>
        </p:nvSpPr>
        <p:spPr>
          <a:xfrm>
            <a:off x="9737594" y="6445997"/>
            <a:ext cx="1842115" cy="365125"/>
          </a:xfrm>
          <a:prstGeom prst="rect">
            <a:avLst/>
          </a:prstGeom>
        </p:spPr>
        <p:txBody>
          <a:bodyPr vert="horz" lIns="91440" tIns="45720" rIns="91440" bIns="45720" rtlCol="1" anchor="ctr"/>
          <a:lstStyle>
            <a:lvl1pPr algn="r" rtl="1">
              <a:defRPr sz="900">
                <a:solidFill>
                  <a:schemeClr val="tx1">
                    <a:lumMod val="95000"/>
                    <a:lumOff val="5000"/>
                  </a:schemeClr>
                </a:solidFill>
              </a:defRPr>
            </a:lvl1pPr>
          </a:lstStyle>
          <a:p>
            <a:pPr rtl="1"/>
            <a:r>
              <a:rPr lang="en-US"/>
              <a:t>11/08/2025</a:t>
            </a:r>
          </a:p>
        </p:txBody>
      </p:sp>
      <p:sp>
        <p:nvSpPr>
          <p:cNvPr id="6" name="מציין מיקום של מספר שקופית 5">
            <a:extLst>
              <a:ext uri="{FF2B5EF4-FFF2-40B4-BE49-F238E27FC236}">
                <a16:creationId xmlns:a16="http://schemas.microsoft.com/office/drawing/2014/main" id="{20E8FA3A-8706-3F4B-41CC-B024431F6200}"/>
              </a:ext>
            </a:extLst>
          </p:cNvPr>
          <p:cNvSpPr>
            <a:spLocks noGrp="1"/>
          </p:cNvSpPr>
          <p:nvPr>
            <p:ph type="sldNum" sz="quarter" idx="4"/>
          </p:nvPr>
        </p:nvSpPr>
        <p:spPr>
          <a:xfrm>
            <a:off x="11734800" y="6445997"/>
            <a:ext cx="457200" cy="365125"/>
          </a:xfrm>
          <a:prstGeom prst="rect">
            <a:avLst/>
          </a:prstGeom>
        </p:spPr>
        <p:txBody>
          <a:bodyPr vert="horz" lIns="91440" tIns="45720" rIns="91440" bIns="45720" rtlCol="1" anchor="ctr"/>
          <a:lstStyle>
            <a:lvl1pPr algn="ctr" rtl="1">
              <a:defRPr sz="900">
                <a:solidFill>
                  <a:schemeClr val="tx1">
                    <a:lumMod val="95000"/>
                    <a:lumOff val="5000"/>
                  </a:schemeClr>
                </a:solidFill>
              </a:defRPr>
            </a:lvl1pPr>
          </a:lstStyle>
          <a:p>
            <a:pPr rtl="1"/>
            <a:fld id="{DDF60B60-82CA-4BB9-BA6E-A62FADF2374B}" type="slidenum">
              <a:rPr lang="en-US" smtClean="0"/>
              <a:t>‹#›</a:t>
            </a:fld>
            <a:endParaRPr lang="en-US"/>
          </a:p>
        </p:txBody>
      </p:sp>
    </p:spTree>
    <p:extLst>
      <p:ext uri="{BB962C8B-B14F-4D97-AF65-F5344CB8AC3E}">
        <p14:creationId xmlns:p14="http://schemas.microsoft.com/office/powerpoint/2010/main" val="2857678996"/>
      </p:ext>
    </p:extLst>
  </p:cSld>
  <p:clrMap bg1="lt1" tx1="dk1" bg2="lt2" tx2="dk2" accent1="accent1" accent2="accent2" accent3="accent3" accent4="accent4" accent5="accent5" accent6="accent6" hlink="hlink" folHlink="folHlink"/>
  <p:sldLayoutIdLst>
    <p:sldLayoutId id="2147483666" r:id="rId1"/>
    <p:sldLayoutId id="2147483662" r:id="rId2"/>
    <p:sldLayoutId id="2147483661" r:id="rId3"/>
    <p:sldLayoutId id="2147483663" r:id="rId4"/>
    <p:sldLayoutId id="2147483665" r:id="rId5"/>
    <p:sldLayoutId id="2147483667"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 id="2147483678" r:id="rId16"/>
    <p:sldLayoutId id="2147483679" r:id="rId17"/>
    <p:sldLayoutId id="2147483680" r:id="rId18"/>
    <p:sldLayoutId id="2147483681" r:id="rId19"/>
    <p:sldLayoutId id="2147483682" r:id="rId20"/>
    <p:sldLayoutId id="2147483683" r:id="rId21"/>
    <p:sldLayoutId id="2147483684" r:id="rId22"/>
    <p:sldLayoutId id="2147483685" r:id="rId23"/>
    <p:sldLayoutId id="2147483686" r:id="rId24"/>
    <p:sldLayoutId id="2147483687" r:id="rId25"/>
    <p:sldLayoutId id="2147483688" r:id="rId26"/>
    <p:sldLayoutId id="2147483689" r:id="rId27"/>
    <p:sldLayoutId id="2147483690" r:id="rId28"/>
    <p:sldLayoutId id="2147483691" r:id="rId29"/>
    <p:sldLayoutId id="2147483692" r:id="rId30"/>
    <p:sldLayoutId id="2147483693" r:id="rId31"/>
    <p:sldLayoutId id="2147483694" r:id="rId32"/>
    <p:sldLayoutId id="2147483695" r:id="rId33"/>
    <p:sldLayoutId id="2147483696" r:id="rId34"/>
    <p:sldLayoutId id="2147483697" r:id="rId35"/>
    <p:sldLayoutId id="2147483698" r:id="rId36"/>
    <p:sldLayoutId id="2147483699" r:id="rId37"/>
    <p:sldLayoutId id="2147483700" r:id="rId38"/>
    <p:sldLayoutId id="2147483701" r:id="rId39"/>
    <p:sldLayoutId id="2147483702" r:id="rId40"/>
    <p:sldLayoutId id="2147483703" r:id="rId41"/>
    <p:sldLayoutId id="2147483704" r:id="rId42"/>
    <p:sldLayoutId id="2147483705" r:id="rId43"/>
    <p:sldLayoutId id="2147483706" r:id="rId44"/>
    <p:sldLayoutId id="2147483707" r:id="rId45"/>
    <p:sldLayoutId id="2147483708" r:id="rId46"/>
    <p:sldLayoutId id="2147483709" r:id="rId47"/>
    <p:sldLayoutId id="2147483710" r:id="rId48"/>
    <p:sldLayoutId id="2147483711" r:id="rId49"/>
    <p:sldLayoutId id="2147483712" r:id="rId50"/>
    <p:sldLayoutId id="2147483713" r:id="rId51"/>
    <p:sldLayoutId id="2147483714" r:id="rId52"/>
    <p:sldLayoutId id="2147483715" r:id="rId53"/>
    <p:sldLayoutId id="2147483716" r:id="rId54"/>
    <p:sldLayoutId id="2147483717" r:id="rId55"/>
    <p:sldLayoutId id="2147483718" r:id="rId56"/>
    <p:sldLayoutId id="2147483719" r:id="rId57"/>
  </p:sldLayoutIdLst>
  <p:hf hdr="0"/>
  <p:txStyles>
    <p:titleStyle>
      <a:lvl1pPr algn="r" defTabSz="914400" rtl="1" eaLnBrk="1" latinLnBrk="0" hangingPunct="1">
        <a:lnSpc>
          <a:spcPct val="90000"/>
        </a:lnSpc>
        <a:spcBef>
          <a:spcPct val="0"/>
        </a:spcBef>
        <a:buNone/>
        <a:defRPr sz="3200" kern="1200">
          <a:solidFill>
            <a:schemeClr val="tx2"/>
          </a:solidFill>
          <a:latin typeface="+mj-lt"/>
          <a:ea typeface="+mj-ea"/>
          <a:cs typeface="+mj-cs"/>
        </a:defRPr>
      </a:lvl1pPr>
    </p:titleStyle>
    <p:bodyStyle>
      <a:lvl1pPr marL="228600" indent="-228600" algn="r" defTabSz="914400" rtl="1" eaLnBrk="1" latinLnBrk="0" hangingPunct="1">
        <a:lnSpc>
          <a:spcPct val="120000"/>
        </a:lnSpc>
        <a:spcBef>
          <a:spcPts val="1000"/>
        </a:spcBef>
        <a:buFont typeface="Arial" panose="020B0604020202020204" pitchFamily="34" charset="0"/>
        <a:buChar char="•"/>
        <a:defRPr sz="1800" kern="1200">
          <a:solidFill>
            <a:schemeClr val="tx2"/>
          </a:solidFill>
          <a:latin typeface="+mn-lt"/>
          <a:ea typeface="+mn-ea"/>
          <a:cs typeface="+mn-cs"/>
        </a:defRPr>
      </a:lvl1pPr>
      <a:lvl2pPr marL="685800" indent="-228600" algn="r" defTabSz="914400" rtl="1" eaLnBrk="1" latinLnBrk="0" hangingPunct="1">
        <a:lnSpc>
          <a:spcPct val="120000"/>
        </a:lnSpc>
        <a:spcBef>
          <a:spcPts val="500"/>
        </a:spcBef>
        <a:buFont typeface="Arial" panose="020B0604020202020204" pitchFamily="34" charset="0"/>
        <a:buChar char="•"/>
        <a:defRPr sz="1600" kern="1200">
          <a:solidFill>
            <a:schemeClr val="tx2"/>
          </a:solidFill>
          <a:latin typeface="+mn-lt"/>
          <a:ea typeface="+mn-ea"/>
          <a:cs typeface="+mn-cs"/>
        </a:defRPr>
      </a:lvl2pPr>
      <a:lvl3pPr marL="1143000" indent="-228600" algn="r" defTabSz="914400" rtl="1"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r" defTabSz="914400" rtl="1"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4pPr>
      <a:lvl5pPr marL="2057400" indent="-228600" algn="r" defTabSz="914400" rtl="1"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2808">
          <p15:clr>
            <a:srgbClr val="F26B43"/>
          </p15:clr>
        </p15:guide>
        <p15:guide id="3" pos="4872">
          <p15:clr>
            <a:srgbClr val="F26B43"/>
          </p15:clr>
        </p15:guide>
        <p15:guide id="4" pos="5160">
          <p15:clr>
            <a:srgbClr val="F26B43"/>
          </p15:clr>
        </p15:guide>
        <p15:guide id="5" pos="2520">
          <p15:clr>
            <a:srgbClr val="F26B43"/>
          </p15:clr>
        </p15:guide>
        <p15:guide id="6" pos="458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30.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35.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3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3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3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1.xml"/><Relationship Id="rId1" Type="http://schemas.openxmlformats.org/officeDocument/2006/relationships/slideLayout" Target="../slideLayouts/slideLayout3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3.xml"/><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תמונת טבע דומם מנוגד של מחברת כחולה על שולחן משרד ורוד.">
            <a:extLst>
              <a:ext uri="{FF2B5EF4-FFF2-40B4-BE49-F238E27FC236}">
                <a16:creationId xmlns:a16="http://schemas.microsoft.com/office/drawing/2014/main" id="{102AE8BC-DE2B-4351-A6CB-A0B58CA32069}"/>
              </a:ext>
            </a:extLst>
          </p:cNvPr>
          <p:cNvPicPr>
            <a:picLocks noChangeAspect="1"/>
          </p:cNvPicPr>
          <p:nvPr/>
        </p:nvPicPr>
        <p:blipFill>
          <a:blip r:embed="rId3"/>
          <a:srcRect t="15732" b="-2"/>
          <a:stretch>
            <a:fillRect/>
          </a:stretch>
        </p:blipFill>
        <p:spPr>
          <a:xfrm>
            <a:off x="21" y="0"/>
            <a:ext cx="12191979" cy="6858000"/>
          </a:xfrm>
          <a:prstGeom prst="rect">
            <a:avLst/>
          </a:prstGeom>
          <a:noFill/>
        </p:spPr>
      </p:pic>
      <p:sp>
        <p:nvSpPr>
          <p:cNvPr id="5" name="Date Placeholder 4">
            <a:extLst>
              <a:ext uri="{FF2B5EF4-FFF2-40B4-BE49-F238E27FC236}">
                <a16:creationId xmlns:a16="http://schemas.microsoft.com/office/drawing/2014/main" id="{9AA5B311-C91C-608A-A4A7-F636E1985CC6}"/>
              </a:ext>
            </a:extLst>
          </p:cNvPr>
          <p:cNvSpPr>
            <a:spLocks noGrp="1"/>
          </p:cNvSpPr>
          <p:nvPr>
            <p:ph type="dt" sz="half" idx="10"/>
          </p:nvPr>
        </p:nvSpPr>
        <p:spPr>
          <a:xfrm>
            <a:off x="9737594" y="6445997"/>
            <a:ext cx="1842115" cy="365125"/>
          </a:xfrm>
        </p:spPr>
        <p:txBody>
          <a:bodyPr anchor="ctr">
            <a:normAutofit/>
          </a:bodyPr>
          <a:lstStyle/>
          <a:p>
            <a:pPr rtl="1">
              <a:spcAft>
                <a:spcPts val="600"/>
              </a:spcAft>
            </a:pPr>
            <a:r>
              <a:rPr lang="en-US"/>
              <a:t>11/08/2025</a:t>
            </a:r>
          </a:p>
        </p:txBody>
      </p:sp>
      <p:sp>
        <p:nvSpPr>
          <p:cNvPr id="6" name="Slide Number Placeholder 5">
            <a:extLst>
              <a:ext uri="{FF2B5EF4-FFF2-40B4-BE49-F238E27FC236}">
                <a16:creationId xmlns:a16="http://schemas.microsoft.com/office/drawing/2014/main" id="{77A7D9E3-E0DE-C367-89A3-78EEDD71F739}"/>
              </a:ext>
            </a:extLst>
          </p:cNvPr>
          <p:cNvSpPr>
            <a:spLocks noGrp="1"/>
          </p:cNvSpPr>
          <p:nvPr>
            <p:ph type="sldNum" sz="quarter" idx="12"/>
          </p:nvPr>
        </p:nvSpPr>
        <p:spPr>
          <a:xfrm>
            <a:off x="11734800" y="6445997"/>
            <a:ext cx="457200" cy="365125"/>
          </a:xfrm>
        </p:spPr>
        <p:txBody>
          <a:bodyPr anchor="ctr">
            <a:normAutofit/>
          </a:bodyPr>
          <a:lstStyle/>
          <a:p>
            <a:pPr rtl="1">
              <a:spcAft>
                <a:spcPts val="600"/>
              </a:spcAft>
            </a:pPr>
            <a:fld id="{DDF60B60-82CA-4BB9-BA6E-A62FADF2374B}" type="slidenum">
              <a:rPr lang="en-US" smtClean="0"/>
              <a:pPr rtl="1">
                <a:spcAft>
                  <a:spcPts val="600"/>
                </a:spcAft>
              </a:pPr>
              <a:t>1</a:t>
            </a:fld>
            <a:endParaRPr lang="en-US"/>
          </a:p>
        </p:txBody>
      </p:sp>
      <p:sp>
        <p:nvSpPr>
          <p:cNvPr id="10" name="Rectangle 9">
            <a:extLst>
              <a:ext uri="{FF2B5EF4-FFF2-40B4-BE49-F238E27FC236}">
                <a16:creationId xmlns:a16="http://schemas.microsoft.com/office/drawing/2014/main" id="{2666C520-FAB4-5933-C0EA-BBB5FB05248A}"/>
              </a:ext>
            </a:extLst>
          </p:cNvPr>
          <p:cNvSpPr/>
          <p:nvPr/>
        </p:nvSpPr>
        <p:spPr>
          <a:xfrm>
            <a:off x="-533400" y="15630"/>
            <a:ext cx="5410200" cy="2554545"/>
          </a:xfrm>
          <a:prstGeom prst="rect">
            <a:avLst/>
          </a:prstGeom>
        </p:spPr>
        <p:txBody>
          <a:bodyPr wrap="square" lIns="91440" tIns="45720" rIns="91440" bIns="45720">
            <a:spAutoFit/>
          </a:bodyPr>
          <a:lstStyle/>
          <a:p>
            <a:pPr algn="ctr"/>
            <a:r>
              <a:rPr lang="en-US" sz="8000"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VIBE CODING</a:t>
            </a:r>
            <a:endParaRPr lang="he-IL" sz="8000" b="1"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sp>
        <p:nvSpPr>
          <p:cNvPr id="13" name="Rectangle 12">
            <a:extLst>
              <a:ext uri="{FF2B5EF4-FFF2-40B4-BE49-F238E27FC236}">
                <a16:creationId xmlns:a16="http://schemas.microsoft.com/office/drawing/2014/main" id="{3D695D36-D298-0B59-392B-0E2D04274027}"/>
              </a:ext>
            </a:extLst>
          </p:cNvPr>
          <p:cNvSpPr/>
          <p:nvPr/>
        </p:nvSpPr>
        <p:spPr>
          <a:xfrm>
            <a:off x="3935419" y="2622928"/>
            <a:ext cx="8237022" cy="1754326"/>
          </a:xfrm>
          <a:prstGeom prst="rect">
            <a:avLst/>
          </a:prstGeom>
          <a:noFill/>
        </p:spPr>
        <p:txBody>
          <a:bodyPr wrap="square" lIns="91440" tIns="45720" rIns="91440" bIns="45720">
            <a:spAutoFit/>
          </a:bodyPr>
          <a:lstStyle/>
          <a:p>
            <a:pPr algn="ctr"/>
            <a:r>
              <a:rPr lang="he-IL" sz="54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גישה חדשנית לתכנות עם רוח צעירה ודינמית</a:t>
            </a:r>
            <a:endParaRPr lang="en-US" sz="54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spTree>
    <p:extLst>
      <p:ext uri="{BB962C8B-B14F-4D97-AF65-F5344CB8AC3E}">
        <p14:creationId xmlns:p14="http://schemas.microsoft.com/office/powerpoint/2010/main" val="14335675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246D2-E1AD-AE17-C0AB-C27B254A7FEC}"/>
              </a:ext>
            </a:extLst>
          </p:cNvPr>
          <p:cNvSpPr>
            <a:spLocks noGrp="1"/>
          </p:cNvSpPr>
          <p:nvPr>
            <p:ph type="title"/>
          </p:nvPr>
        </p:nvSpPr>
        <p:spPr>
          <a:xfrm>
            <a:off x="457200" y="2968607"/>
            <a:ext cx="8932653" cy="3450568"/>
          </a:xfrm>
        </p:spPr>
        <p:txBody>
          <a:bodyPr anchor="b">
            <a:normAutofit/>
          </a:bodyPr>
          <a:lstStyle/>
          <a:p>
            <a:r>
              <a:rPr lang="en-US"/>
              <a:t>שבירת מיתוסים על AI</a:t>
            </a:r>
          </a:p>
        </p:txBody>
      </p:sp>
      <p:sp>
        <p:nvSpPr>
          <p:cNvPr id="5" name="Date Placeholder 4">
            <a:extLst>
              <a:ext uri="{FF2B5EF4-FFF2-40B4-BE49-F238E27FC236}">
                <a16:creationId xmlns:a16="http://schemas.microsoft.com/office/drawing/2014/main" id="{ED45D4A3-8E27-D2EA-27A1-C7E5F43F33E5}"/>
              </a:ext>
            </a:extLst>
          </p:cNvPr>
          <p:cNvSpPr>
            <a:spLocks noGrp="1"/>
          </p:cNvSpPr>
          <p:nvPr>
            <p:ph type="dt" sz="half" idx="10"/>
          </p:nvPr>
        </p:nvSpPr>
        <p:spPr>
          <a:xfrm>
            <a:off x="9737594" y="6445997"/>
            <a:ext cx="1842115" cy="365125"/>
          </a:xfrm>
        </p:spPr>
        <p:txBody>
          <a:bodyPr anchor="ctr">
            <a:normAutofit/>
          </a:bodyPr>
          <a:lstStyle/>
          <a:p>
            <a:pPr rtl="1">
              <a:spcAft>
                <a:spcPts val="600"/>
              </a:spcAft>
            </a:pPr>
            <a:r>
              <a:rPr lang="en-US"/>
              <a:t>11/08/2025</a:t>
            </a:r>
          </a:p>
        </p:txBody>
      </p:sp>
      <p:sp>
        <p:nvSpPr>
          <p:cNvPr id="6" name="Slide Number Placeholder 5">
            <a:extLst>
              <a:ext uri="{FF2B5EF4-FFF2-40B4-BE49-F238E27FC236}">
                <a16:creationId xmlns:a16="http://schemas.microsoft.com/office/drawing/2014/main" id="{9FD5EB82-08A4-3CC3-3D20-EDC0A8BD2209}"/>
              </a:ext>
            </a:extLst>
          </p:cNvPr>
          <p:cNvSpPr>
            <a:spLocks noGrp="1"/>
          </p:cNvSpPr>
          <p:nvPr>
            <p:ph type="sldNum" sz="quarter" idx="12"/>
          </p:nvPr>
        </p:nvSpPr>
        <p:spPr>
          <a:xfrm>
            <a:off x="11734800" y="6445997"/>
            <a:ext cx="457200" cy="365125"/>
          </a:xfrm>
        </p:spPr>
        <p:txBody>
          <a:bodyPr anchor="ctr">
            <a:normAutofit/>
          </a:bodyPr>
          <a:lstStyle/>
          <a:p>
            <a:pPr rtl="1">
              <a:spcAft>
                <a:spcPts val="600"/>
              </a:spcAft>
            </a:pPr>
            <a:fld id="{DDF60B60-82CA-4BB9-BA6E-A62FADF2374B}" type="slidenum">
              <a:rPr lang="en-US" smtClean="0"/>
              <a:pPr rtl="1">
                <a:spcAft>
                  <a:spcPts val="600"/>
                </a:spcAft>
              </a:pPr>
              <a:t>2</a:t>
            </a:fld>
            <a:endParaRPr lang="en-US"/>
          </a:p>
        </p:txBody>
      </p:sp>
    </p:spTree>
    <p:extLst>
      <p:ext uri="{BB962C8B-B14F-4D97-AF65-F5344CB8AC3E}">
        <p14:creationId xmlns:p14="http://schemas.microsoft.com/office/powerpoint/2010/main" val="49293633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C8E95-CF57-7E23-D8E5-ECF38A8196D8}"/>
              </a:ext>
            </a:extLst>
          </p:cNvPr>
          <p:cNvSpPr>
            <a:spLocks noGrp="1"/>
          </p:cNvSpPr>
          <p:nvPr>
            <p:ph type="title"/>
          </p:nvPr>
        </p:nvSpPr>
        <p:spPr>
          <a:xfrm>
            <a:off x="457199" y="377072"/>
            <a:ext cx="4958078" cy="1225485"/>
          </a:xfrm>
        </p:spPr>
        <p:txBody>
          <a:bodyPr anchor="t">
            <a:normAutofit/>
          </a:bodyPr>
          <a:lstStyle/>
          <a:p>
            <a:r>
              <a:rPr lang="en-US"/>
              <a:t>הבנה אמיתית של מגבלות AI</a:t>
            </a:r>
          </a:p>
        </p:txBody>
      </p:sp>
      <p:pic>
        <p:nvPicPr>
          <p:cNvPr id="8" name="Content Placeholder 7" descr="אנשים עם דשא VR משחקים במשחקי מציאות מדומה. טכנולוגיה דיגיטלית עתידית וסימולציה תלת-ממדית של מציאות מדומה אורח חיים עתידני מודרני">
            <a:extLst>
              <a:ext uri="{FF2B5EF4-FFF2-40B4-BE49-F238E27FC236}">
                <a16:creationId xmlns:a16="http://schemas.microsoft.com/office/drawing/2014/main" id="{4D1808AC-EF78-4999-9EED-C56514A3A9BB}"/>
              </a:ext>
            </a:extLst>
          </p:cNvPr>
          <p:cNvPicPr>
            <a:picLocks noGrp="1" noChangeAspect="1"/>
          </p:cNvPicPr>
          <p:nvPr>
            <p:ph type="pic" sz="quarter" idx="13"/>
          </p:nvPr>
        </p:nvPicPr>
        <p:blipFill>
          <a:blip r:embed="rId3"/>
          <a:srcRect r="28757" b="-2"/>
          <a:stretch>
            <a:fillRect/>
          </a:stretch>
        </p:blipFill>
        <p:spPr>
          <a:xfrm>
            <a:off x="20" y="1842182"/>
            <a:ext cx="5758152" cy="4546457"/>
          </a:xfrm>
        </p:spPr>
      </p:pic>
      <p:sp>
        <p:nvSpPr>
          <p:cNvPr id="4" name="Content Placeholder 3">
            <a:extLst>
              <a:ext uri="{FF2B5EF4-FFF2-40B4-BE49-F238E27FC236}">
                <a16:creationId xmlns:a16="http://schemas.microsoft.com/office/drawing/2014/main" id="{22959405-F96B-313C-7538-5233D001DE2E}"/>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76142" y="377072"/>
            <a:ext cx="5558655" cy="5797484"/>
          </a:xfrm>
        </p:spPr>
        <p:txBody>
          <a:bodyPr>
            <a:normAutofit/>
          </a:bodyPr>
          <a:lstStyle/>
          <a:p>
            <a:pPr marL="0" indent="0">
              <a:spcBef>
                <a:spcPts val="2500"/>
              </a:spcBef>
              <a:buFont typeface="Arial" panose="020B0604020202020204" pitchFamily="34" charset="0"/>
              <a:buNone/>
            </a:pPr>
            <a:r>
              <a:rPr lang="he-IL" sz="2000" b="1" dirty="0"/>
              <a:t>הסתברות במקום הבנה</a:t>
            </a:r>
          </a:p>
          <a:p>
            <a:pPr marL="0" lvl="1" indent="0">
              <a:buFont typeface="Arial" panose="020B0604020202020204" pitchFamily="34" charset="0"/>
              <a:buNone/>
            </a:pPr>
            <a:r>
              <a:rPr lang="he-IL" sz="2000" dirty="0"/>
              <a:t>מודלים של </a:t>
            </a:r>
            <a:r>
              <a:rPr lang="en-US" sz="2000" dirty="0"/>
              <a:t>AI</a:t>
            </a:r>
            <a:r>
              <a:rPr lang="he-IL" sz="2000" dirty="0"/>
              <a:t> מבוססים על ניחוש הסתברותי ולא על הבנת משמעות עמוקה או חשיבה לוגית.</a:t>
            </a:r>
          </a:p>
          <a:p>
            <a:pPr marL="0" indent="0">
              <a:spcBef>
                <a:spcPts val="2500"/>
              </a:spcBef>
              <a:buFont typeface="Arial" panose="020B0604020202020204" pitchFamily="34" charset="0"/>
              <a:buNone/>
            </a:pPr>
            <a:r>
              <a:rPr lang="he-IL" sz="2000" b="1" dirty="0"/>
              <a:t>חוסר מודעות וחוויות</a:t>
            </a:r>
          </a:p>
          <a:p>
            <a:pPr marL="0" lvl="1" indent="0">
              <a:buFont typeface="Arial" panose="020B0604020202020204" pitchFamily="34" charset="0"/>
              <a:buNone/>
            </a:pPr>
            <a:r>
              <a:rPr lang="he-IL" sz="2000" dirty="0"/>
              <a:t>למודלים אין חוויות או מודעות, והם אינם מודעים לטעויות שהם עושים.</a:t>
            </a:r>
          </a:p>
          <a:p>
            <a:pPr marL="0" indent="0">
              <a:spcBef>
                <a:spcPts val="2500"/>
              </a:spcBef>
              <a:buFont typeface="Arial" panose="020B0604020202020204" pitchFamily="34" charset="0"/>
              <a:buNone/>
            </a:pPr>
            <a:r>
              <a:rPr lang="he-IL" sz="2000" b="1" dirty="0"/>
              <a:t>הזיות וטעויות</a:t>
            </a:r>
          </a:p>
          <a:p>
            <a:pPr marL="0" lvl="1" indent="0">
              <a:buFont typeface="Arial" panose="020B0604020202020204" pitchFamily="34" charset="0"/>
              <a:buNone/>
            </a:pPr>
            <a:r>
              <a:rPr lang="he-IL" sz="2000" dirty="0"/>
              <a:t>המודלים לעיתים ממציאים תשובות בגלל חוסר נתונים ישירים, מה שמדגים חוסר בהיגיון אנושי.</a:t>
            </a:r>
          </a:p>
          <a:p>
            <a:pPr marL="0" indent="0">
              <a:spcBef>
                <a:spcPts val="2500"/>
              </a:spcBef>
              <a:buFont typeface="Arial" panose="020B0604020202020204" pitchFamily="34" charset="0"/>
              <a:buNone/>
            </a:pPr>
            <a:r>
              <a:rPr lang="he-IL" sz="2000" b="1" dirty="0"/>
              <a:t>חשיבות מודעות משתמש</a:t>
            </a:r>
          </a:p>
          <a:p>
            <a:pPr marL="0" lvl="1" indent="0">
              <a:buFont typeface="Arial" panose="020B0604020202020204" pitchFamily="34" charset="0"/>
              <a:buNone/>
            </a:pPr>
            <a:r>
              <a:rPr lang="he-IL" sz="2000" dirty="0"/>
              <a:t>המשתמשים חייבים לזהות מתי התשובות נשמעות בטוחות אך חסרות בסיס אמיתי.</a:t>
            </a:r>
          </a:p>
        </p:txBody>
      </p:sp>
      <p:sp>
        <p:nvSpPr>
          <p:cNvPr id="6" name="Date Placeholder 5">
            <a:extLst>
              <a:ext uri="{FF2B5EF4-FFF2-40B4-BE49-F238E27FC236}">
                <a16:creationId xmlns:a16="http://schemas.microsoft.com/office/drawing/2014/main" id="{C7E41E09-1C38-3656-CEBE-69306DAD6AFA}"/>
              </a:ext>
            </a:extLst>
          </p:cNvPr>
          <p:cNvSpPr>
            <a:spLocks noGrp="1"/>
          </p:cNvSpPr>
          <p:nvPr>
            <p:ph type="dt" sz="half" idx="10"/>
          </p:nvPr>
        </p:nvSpPr>
        <p:spPr>
          <a:xfrm>
            <a:off x="9737594" y="6445997"/>
            <a:ext cx="1842115" cy="365125"/>
          </a:xfrm>
        </p:spPr>
        <p:txBody>
          <a:bodyPr anchor="ctr">
            <a:normAutofit/>
          </a:bodyPr>
          <a:lstStyle/>
          <a:p>
            <a:pPr rtl="1">
              <a:spcAft>
                <a:spcPts val="600"/>
              </a:spcAft>
            </a:pPr>
            <a:r>
              <a:rPr lang="en-US"/>
              <a:t>11/08/2025</a:t>
            </a:r>
          </a:p>
        </p:txBody>
      </p:sp>
      <p:sp>
        <p:nvSpPr>
          <p:cNvPr id="7" name="Slide Number Placeholder 6">
            <a:extLst>
              <a:ext uri="{FF2B5EF4-FFF2-40B4-BE49-F238E27FC236}">
                <a16:creationId xmlns:a16="http://schemas.microsoft.com/office/drawing/2014/main" id="{6411F306-3D12-ED72-1E5C-191B05DEF102}"/>
              </a:ext>
            </a:extLst>
          </p:cNvPr>
          <p:cNvSpPr>
            <a:spLocks noGrp="1"/>
          </p:cNvSpPr>
          <p:nvPr>
            <p:ph type="sldNum" sz="quarter" idx="12"/>
          </p:nvPr>
        </p:nvSpPr>
        <p:spPr>
          <a:xfrm>
            <a:off x="11734800" y="6445997"/>
            <a:ext cx="457200" cy="365125"/>
          </a:xfrm>
        </p:spPr>
        <p:txBody>
          <a:bodyPr anchor="ctr">
            <a:normAutofit/>
          </a:bodyPr>
          <a:lstStyle/>
          <a:p>
            <a:pPr rtl="1">
              <a:spcAft>
                <a:spcPts val="600"/>
              </a:spcAft>
            </a:pPr>
            <a:fld id="{DDF60B60-82CA-4BB9-BA6E-A62FADF2374B}" type="slidenum">
              <a:rPr lang="en-US" smtClean="0"/>
              <a:pPr rtl="1">
                <a:spcAft>
                  <a:spcPts val="600"/>
                </a:spcAft>
              </a:pPr>
              <a:t>3</a:t>
            </a:fld>
            <a:endParaRPr lang="en-US"/>
          </a:p>
        </p:txBody>
      </p:sp>
    </p:spTree>
    <p:extLst>
      <p:ext uri="{BB962C8B-B14F-4D97-AF65-F5344CB8AC3E}">
        <p14:creationId xmlns:p14="http://schemas.microsoft.com/office/powerpoint/2010/main" val="312717360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1945C-4F34-2F2A-3CE0-6A1F1C12D895}"/>
              </a:ext>
            </a:extLst>
          </p:cNvPr>
          <p:cNvSpPr>
            <a:spLocks noGrp="1"/>
          </p:cNvSpPr>
          <p:nvPr>
            <p:ph type="title"/>
          </p:nvPr>
        </p:nvSpPr>
        <p:spPr>
          <a:xfrm>
            <a:off x="457199" y="377072"/>
            <a:ext cx="4958078" cy="1225485"/>
          </a:xfrm>
        </p:spPr>
        <p:txBody>
          <a:bodyPr anchor="t">
            <a:normAutofit/>
          </a:bodyPr>
          <a:lstStyle/>
          <a:p>
            <a:r>
              <a:rPr lang="en-US"/>
              <a:t>למה זה עדיין מרגיש חכם</a:t>
            </a:r>
          </a:p>
        </p:txBody>
      </p:sp>
      <p:pic>
        <p:nvPicPr>
          <p:cNvPr id="8" name="Content Placeholder 7" descr="טכנולוגיה, נתונים, רשתות מחשבים, ביג דאטה, תאי עצב">
            <a:extLst>
              <a:ext uri="{FF2B5EF4-FFF2-40B4-BE49-F238E27FC236}">
                <a16:creationId xmlns:a16="http://schemas.microsoft.com/office/drawing/2014/main" id="{873DFC5E-8D23-44F7-930C-1DCC7A6642F7}"/>
              </a:ext>
            </a:extLst>
          </p:cNvPr>
          <p:cNvPicPr>
            <a:picLocks noGrp="1" noChangeAspect="1"/>
          </p:cNvPicPr>
          <p:nvPr>
            <p:ph type="pic" sz="quarter" idx="13"/>
          </p:nvPr>
        </p:nvPicPr>
        <p:blipFill>
          <a:blip r:embed="rId3"/>
          <a:srcRect l="13013" r="2448"/>
          <a:stretch>
            <a:fillRect/>
          </a:stretch>
        </p:blipFill>
        <p:spPr>
          <a:xfrm>
            <a:off x="20" y="1842182"/>
            <a:ext cx="5758152" cy="4546457"/>
          </a:xfrm>
        </p:spPr>
      </p:pic>
      <p:sp>
        <p:nvSpPr>
          <p:cNvPr id="4" name="Content Placeholder 3">
            <a:extLst>
              <a:ext uri="{FF2B5EF4-FFF2-40B4-BE49-F238E27FC236}">
                <a16:creationId xmlns:a16="http://schemas.microsoft.com/office/drawing/2014/main" id="{7943A5DF-D096-EA66-5000-45FFAE7C6C68}"/>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76142" y="377072"/>
            <a:ext cx="5558655" cy="5797484"/>
          </a:xfrm>
        </p:spPr>
        <p:txBody>
          <a:bodyPr>
            <a:normAutofit/>
          </a:bodyPr>
          <a:lstStyle/>
          <a:p>
            <a:pPr marL="0" indent="0">
              <a:spcBef>
                <a:spcPts val="2500"/>
              </a:spcBef>
              <a:buFont typeface="Arial" panose="020B0604020202020204" pitchFamily="34" charset="0"/>
              <a:buNone/>
            </a:pPr>
            <a:r>
              <a:rPr lang="he-IL" sz="2000" b="1" dirty="0"/>
              <a:t>חיקוי דפוסים שפתיים</a:t>
            </a:r>
          </a:p>
          <a:p>
            <a:pPr marL="0" lvl="1" indent="0">
              <a:buFont typeface="Arial" panose="020B0604020202020204" pitchFamily="34" charset="0"/>
              <a:buNone/>
            </a:pPr>
            <a:r>
              <a:rPr lang="he-IL" sz="2000" dirty="0"/>
              <a:t>המודל מזהה ומחקה דפוסים מורכבים של שפה, טון וסגנון המעניקים תחושה טבעית ואינטליגנטית.</a:t>
            </a:r>
          </a:p>
          <a:p>
            <a:pPr marL="0" indent="0">
              <a:spcBef>
                <a:spcPts val="2500"/>
              </a:spcBef>
              <a:buFont typeface="Arial" panose="020B0604020202020204" pitchFamily="34" charset="0"/>
              <a:buNone/>
            </a:pPr>
            <a:r>
              <a:rPr lang="he-IL" sz="2000" b="1" dirty="0"/>
              <a:t>מאגר מידע עצום</a:t>
            </a:r>
          </a:p>
          <a:p>
            <a:pPr marL="0" lvl="1" indent="0">
              <a:buFont typeface="Arial" panose="020B0604020202020204" pitchFamily="34" charset="0"/>
              <a:buNone/>
            </a:pPr>
            <a:r>
              <a:rPr lang="he-IL" sz="2000" dirty="0"/>
              <a:t>המודל משתמש במאגר טקסטים רחב ליצירת תשובות המדמות ידע וזיכרון נרחב.</a:t>
            </a:r>
          </a:p>
          <a:p>
            <a:pPr marL="0" indent="0">
              <a:spcBef>
                <a:spcPts val="2500"/>
              </a:spcBef>
              <a:buFont typeface="Arial" panose="020B0604020202020204" pitchFamily="34" charset="0"/>
              <a:buNone/>
            </a:pPr>
            <a:r>
              <a:rPr lang="he-IL" sz="2000" b="1" dirty="0"/>
              <a:t>אשליית חכמה וביטחון</a:t>
            </a:r>
          </a:p>
          <a:p>
            <a:pPr marL="0" lvl="1" indent="0">
              <a:buFont typeface="Arial" panose="020B0604020202020204" pitchFamily="34" charset="0"/>
              <a:buNone/>
            </a:pPr>
            <a:r>
              <a:rPr lang="he-IL" sz="2000" dirty="0"/>
              <a:t>תשובות מהירות וביטחון מלא יוצרים אשליה שהמודל מבין ומנוסה באמת.</a:t>
            </a:r>
          </a:p>
          <a:p>
            <a:pPr marL="0" indent="0">
              <a:spcBef>
                <a:spcPts val="2500"/>
              </a:spcBef>
              <a:buFont typeface="Arial" panose="020B0604020202020204" pitchFamily="34" charset="0"/>
              <a:buNone/>
            </a:pPr>
            <a:r>
              <a:rPr lang="he-IL" sz="2000" b="1" dirty="0"/>
              <a:t>הזיה וטעויות אמינות</a:t>
            </a:r>
          </a:p>
          <a:p>
            <a:pPr marL="0" lvl="1" indent="0">
              <a:buFont typeface="Arial" panose="020B0604020202020204" pitchFamily="34" charset="0"/>
              <a:buNone/>
            </a:pPr>
            <a:r>
              <a:rPr lang="he-IL" sz="2000" dirty="0"/>
              <a:t>במצבים חדשים ומבלבלים המודל עלול לייצר טעויות אמינות אך שגויות, המדגימות חוסר הבנה אמיתי.</a:t>
            </a:r>
          </a:p>
        </p:txBody>
      </p:sp>
      <p:sp>
        <p:nvSpPr>
          <p:cNvPr id="6" name="Date Placeholder 5">
            <a:extLst>
              <a:ext uri="{FF2B5EF4-FFF2-40B4-BE49-F238E27FC236}">
                <a16:creationId xmlns:a16="http://schemas.microsoft.com/office/drawing/2014/main" id="{F8C82931-ACDD-97D5-703C-FB902DEE8CF8}"/>
              </a:ext>
            </a:extLst>
          </p:cNvPr>
          <p:cNvSpPr>
            <a:spLocks noGrp="1"/>
          </p:cNvSpPr>
          <p:nvPr>
            <p:ph type="dt" sz="half" idx="10"/>
          </p:nvPr>
        </p:nvSpPr>
        <p:spPr>
          <a:xfrm>
            <a:off x="9737594" y="6445997"/>
            <a:ext cx="1842115" cy="365125"/>
          </a:xfrm>
        </p:spPr>
        <p:txBody>
          <a:bodyPr anchor="ctr">
            <a:normAutofit/>
          </a:bodyPr>
          <a:lstStyle/>
          <a:p>
            <a:pPr rtl="1">
              <a:spcAft>
                <a:spcPts val="600"/>
              </a:spcAft>
            </a:pPr>
            <a:r>
              <a:rPr lang="en-US"/>
              <a:t>11/08/2025</a:t>
            </a:r>
          </a:p>
        </p:txBody>
      </p:sp>
      <p:sp>
        <p:nvSpPr>
          <p:cNvPr id="7" name="Slide Number Placeholder 6">
            <a:extLst>
              <a:ext uri="{FF2B5EF4-FFF2-40B4-BE49-F238E27FC236}">
                <a16:creationId xmlns:a16="http://schemas.microsoft.com/office/drawing/2014/main" id="{51B6C68F-49B4-B4D0-860C-4EC8CAE237E5}"/>
              </a:ext>
            </a:extLst>
          </p:cNvPr>
          <p:cNvSpPr>
            <a:spLocks noGrp="1"/>
          </p:cNvSpPr>
          <p:nvPr>
            <p:ph type="sldNum" sz="quarter" idx="12"/>
          </p:nvPr>
        </p:nvSpPr>
        <p:spPr>
          <a:xfrm>
            <a:off x="11734800" y="6445997"/>
            <a:ext cx="457200" cy="365125"/>
          </a:xfrm>
        </p:spPr>
        <p:txBody>
          <a:bodyPr anchor="ctr">
            <a:normAutofit/>
          </a:bodyPr>
          <a:lstStyle/>
          <a:p>
            <a:pPr rtl="1">
              <a:spcAft>
                <a:spcPts val="600"/>
              </a:spcAft>
            </a:pPr>
            <a:fld id="{DDF60B60-82CA-4BB9-BA6E-A62FADF2374B}" type="slidenum">
              <a:rPr lang="en-US" smtClean="0"/>
              <a:pPr rtl="1">
                <a:spcAft>
                  <a:spcPts val="600"/>
                </a:spcAft>
              </a:pPr>
              <a:t>4</a:t>
            </a:fld>
            <a:endParaRPr lang="en-US"/>
          </a:p>
        </p:txBody>
      </p:sp>
    </p:spTree>
    <p:extLst>
      <p:ext uri="{BB962C8B-B14F-4D97-AF65-F5344CB8AC3E}">
        <p14:creationId xmlns:p14="http://schemas.microsoft.com/office/powerpoint/2010/main" val="19735688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6EF089-E816-8D5E-E9E7-BBEB9568F533}"/>
              </a:ext>
            </a:extLst>
          </p:cNvPr>
          <p:cNvSpPr>
            <a:spLocks noGrp="1"/>
          </p:cNvSpPr>
          <p:nvPr>
            <p:ph type="title"/>
          </p:nvPr>
        </p:nvSpPr>
        <p:spPr>
          <a:xfrm>
            <a:off x="457200" y="2968607"/>
            <a:ext cx="8932653" cy="3450568"/>
          </a:xfrm>
        </p:spPr>
        <p:txBody>
          <a:bodyPr anchor="b">
            <a:normAutofit/>
          </a:bodyPr>
          <a:lstStyle/>
          <a:p>
            <a:r>
              <a:rPr lang="en-US" dirty="0" err="1"/>
              <a:t>מהפכת</a:t>
            </a:r>
            <a:r>
              <a:rPr lang="en-US" dirty="0"/>
              <a:t> ה Vibe Coding</a:t>
            </a:r>
          </a:p>
        </p:txBody>
      </p:sp>
      <p:sp>
        <p:nvSpPr>
          <p:cNvPr id="5" name="Date Placeholder 4">
            <a:extLst>
              <a:ext uri="{FF2B5EF4-FFF2-40B4-BE49-F238E27FC236}">
                <a16:creationId xmlns:a16="http://schemas.microsoft.com/office/drawing/2014/main" id="{6DC46DF7-7978-BF89-6A7A-FCCAB8A902EA}"/>
              </a:ext>
            </a:extLst>
          </p:cNvPr>
          <p:cNvSpPr>
            <a:spLocks noGrp="1"/>
          </p:cNvSpPr>
          <p:nvPr>
            <p:ph type="dt" sz="half" idx="10"/>
          </p:nvPr>
        </p:nvSpPr>
        <p:spPr>
          <a:xfrm>
            <a:off x="9737594" y="6445997"/>
            <a:ext cx="1842115" cy="365125"/>
          </a:xfrm>
        </p:spPr>
        <p:txBody>
          <a:bodyPr anchor="ctr">
            <a:normAutofit/>
          </a:bodyPr>
          <a:lstStyle/>
          <a:p>
            <a:pPr rtl="1">
              <a:spcAft>
                <a:spcPts val="600"/>
              </a:spcAft>
            </a:pPr>
            <a:r>
              <a:rPr lang="en-US"/>
              <a:t>11/08/2025</a:t>
            </a:r>
          </a:p>
        </p:txBody>
      </p:sp>
      <p:sp>
        <p:nvSpPr>
          <p:cNvPr id="6" name="Slide Number Placeholder 5">
            <a:extLst>
              <a:ext uri="{FF2B5EF4-FFF2-40B4-BE49-F238E27FC236}">
                <a16:creationId xmlns:a16="http://schemas.microsoft.com/office/drawing/2014/main" id="{91D56A93-67D9-DDB5-BEC5-3D65CBDB5161}"/>
              </a:ext>
            </a:extLst>
          </p:cNvPr>
          <p:cNvSpPr>
            <a:spLocks noGrp="1"/>
          </p:cNvSpPr>
          <p:nvPr>
            <p:ph type="sldNum" sz="quarter" idx="12"/>
          </p:nvPr>
        </p:nvSpPr>
        <p:spPr>
          <a:xfrm>
            <a:off x="11734800" y="6445997"/>
            <a:ext cx="457200" cy="365125"/>
          </a:xfrm>
        </p:spPr>
        <p:txBody>
          <a:bodyPr anchor="ctr">
            <a:normAutofit/>
          </a:bodyPr>
          <a:lstStyle/>
          <a:p>
            <a:pPr rtl="1">
              <a:spcAft>
                <a:spcPts val="600"/>
              </a:spcAft>
            </a:pPr>
            <a:fld id="{DDF60B60-82CA-4BB9-BA6E-A62FADF2374B}" type="slidenum">
              <a:rPr lang="en-US" smtClean="0"/>
              <a:pPr rtl="1">
                <a:spcAft>
                  <a:spcPts val="600"/>
                </a:spcAft>
              </a:pPr>
              <a:t>5</a:t>
            </a:fld>
            <a:endParaRPr lang="en-US"/>
          </a:p>
        </p:txBody>
      </p:sp>
    </p:spTree>
    <p:extLst>
      <p:ext uri="{BB962C8B-B14F-4D97-AF65-F5344CB8AC3E}">
        <p14:creationId xmlns:p14="http://schemas.microsoft.com/office/powerpoint/2010/main" val="102860213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כוחו של ביג דאטה. ביט מידע על קוד בינארי.">
            <a:extLst>
              <a:ext uri="{FF2B5EF4-FFF2-40B4-BE49-F238E27FC236}">
                <a16:creationId xmlns:a16="http://schemas.microsoft.com/office/drawing/2014/main" id="{03E6B803-57C1-49C8-A8F8-3C0098831D2D}"/>
              </a:ext>
            </a:extLst>
          </p:cNvPr>
          <p:cNvPicPr>
            <a:picLocks noGrp="1" noChangeAspect="1"/>
          </p:cNvPicPr>
          <p:nvPr>
            <p:ph type="pic" sz="quarter" idx="13"/>
          </p:nvPr>
        </p:nvPicPr>
        <p:blipFill>
          <a:blip r:embed="rId3"/>
          <a:srcRect l="205" t="26269" r="1152" b="-1"/>
          <a:stretch>
            <a:fillRect/>
          </a:stretch>
        </p:blipFill>
        <p:spPr>
          <a:xfrm>
            <a:off x="-8994" y="1675226"/>
            <a:ext cx="4733394" cy="4717372"/>
          </a:xfrm>
        </p:spPr>
      </p:pic>
      <p:sp>
        <p:nvSpPr>
          <p:cNvPr id="6" name="Date Placeholder 5">
            <a:extLst>
              <a:ext uri="{FF2B5EF4-FFF2-40B4-BE49-F238E27FC236}">
                <a16:creationId xmlns:a16="http://schemas.microsoft.com/office/drawing/2014/main" id="{1BDFBDAC-1FF4-5E9C-0D4A-3F58B6C5AED7}"/>
              </a:ext>
            </a:extLst>
          </p:cNvPr>
          <p:cNvSpPr>
            <a:spLocks noGrp="1"/>
          </p:cNvSpPr>
          <p:nvPr>
            <p:ph type="dt" sz="half" idx="10"/>
          </p:nvPr>
        </p:nvSpPr>
        <p:spPr>
          <a:xfrm>
            <a:off x="9737594" y="6445997"/>
            <a:ext cx="1842115" cy="365125"/>
          </a:xfrm>
        </p:spPr>
        <p:txBody>
          <a:bodyPr anchor="ctr">
            <a:normAutofit/>
          </a:bodyPr>
          <a:lstStyle/>
          <a:p>
            <a:pPr rtl="1">
              <a:spcAft>
                <a:spcPts val="600"/>
              </a:spcAft>
            </a:pPr>
            <a:r>
              <a:rPr lang="en-US"/>
              <a:t>11/08/2025</a:t>
            </a:r>
          </a:p>
        </p:txBody>
      </p:sp>
      <p:sp>
        <p:nvSpPr>
          <p:cNvPr id="7" name="Slide Number Placeholder 6">
            <a:extLst>
              <a:ext uri="{FF2B5EF4-FFF2-40B4-BE49-F238E27FC236}">
                <a16:creationId xmlns:a16="http://schemas.microsoft.com/office/drawing/2014/main" id="{28BE12E4-9BC5-CA96-FE19-B749A5381D6B}"/>
              </a:ext>
            </a:extLst>
          </p:cNvPr>
          <p:cNvSpPr>
            <a:spLocks noGrp="1"/>
          </p:cNvSpPr>
          <p:nvPr>
            <p:ph type="sldNum" sz="quarter" idx="12"/>
          </p:nvPr>
        </p:nvSpPr>
        <p:spPr>
          <a:xfrm>
            <a:off x="11734800" y="6445997"/>
            <a:ext cx="457200" cy="365125"/>
          </a:xfrm>
        </p:spPr>
        <p:txBody>
          <a:bodyPr anchor="ctr">
            <a:normAutofit/>
          </a:bodyPr>
          <a:lstStyle/>
          <a:p>
            <a:pPr rtl="1">
              <a:spcAft>
                <a:spcPts val="600"/>
              </a:spcAft>
            </a:pPr>
            <a:fld id="{DDF60B60-82CA-4BB9-BA6E-A62FADF2374B}" type="slidenum">
              <a:rPr lang="en-US" smtClean="0"/>
              <a:pPr rtl="1">
                <a:spcAft>
                  <a:spcPts val="600"/>
                </a:spcAft>
              </a:pPr>
              <a:t>6</a:t>
            </a:fld>
            <a:endParaRPr lang="en-US"/>
          </a:p>
        </p:txBody>
      </p:sp>
      <p:sp>
        <p:nvSpPr>
          <p:cNvPr id="12" name="Content Placeholder 3">
            <a:extLst>
              <a:ext uri="{FF2B5EF4-FFF2-40B4-BE49-F238E27FC236}">
                <a16:creationId xmlns:a16="http://schemas.microsoft.com/office/drawing/2014/main" id="{70AABE1B-3E2A-68C4-B809-748D1A97C6FB}"/>
              </a:ext>
            </a:extLst>
          </p:cNvPr>
          <p:cNvSpPr txBox="1">
            <a:spLocks/>
          </p:cNvSpPr>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410200" y="377072"/>
            <a:ext cx="6324597" cy="5797484"/>
          </a:xfrm>
          <a:prstGeom prst="rect">
            <a:avLst/>
          </a:prstGeom>
        </p:spPr>
        <p:txBody>
          <a:bodyPr vert="horz" lIns="91440" tIns="45720" rIns="91440" bIns="45720" rtlCol="1">
            <a:normAutofit/>
          </a:bodyPr>
          <a:lstStyle>
            <a:lvl1pPr marL="228600" indent="-228600" algn="r" defTabSz="914400" rtl="1" eaLnBrk="1" latinLnBrk="0" hangingPunct="1">
              <a:lnSpc>
                <a:spcPct val="120000"/>
              </a:lnSpc>
              <a:spcBef>
                <a:spcPts val="1000"/>
              </a:spcBef>
              <a:buFont typeface="Arial" panose="020B0604020202020204" pitchFamily="34" charset="0"/>
              <a:buChar char="•"/>
              <a:defRPr sz="1800" kern="1200">
                <a:solidFill>
                  <a:schemeClr val="tx2"/>
                </a:solidFill>
                <a:latin typeface="+mn-lt"/>
                <a:ea typeface="+mn-ea"/>
                <a:cs typeface="+mn-cs"/>
              </a:defRPr>
            </a:lvl1pPr>
            <a:lvl2pPr marL="685800" indent="-228600" algn="r" defTabSz="914400" rtl="1" eaLnBrk="1" latinLnBrk="0" hangingPunct="1">
              <a:lnSpc>
                <a:spcPct val="120000"/>
              </a:lnSpc>
              <a:spcBef>
                <a:spcPts val="500"/>
              </a:spcBef>
              <a:buFont typeface="Arial" panose="020B0604020202020204" pitchFamily="34" charset="0"/>
              <a:buChar char="•"/>
              <a:defRPr sz="1600" kern="1200">
                <a:solidFill>
                  <a:schemeClr val="tx2"/>
                </a:solidFill>
                <a:latin typeface="+mn-lt"/>
                <a:ea typeface="+mn-ea"/>
                <a:cs typeface="+mn-cs"/>
              </a:defRPr>
            </a:lvl2pPr>
            <a:lvl3pPr marL="1143000" indent="-228600" algn="r" defTabSz="914400" rtl="1"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r" defTabSz="914400" rtl="1"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4pPr>
            <a:lvl5pPr marL="2057400" indent="-228600" algn="r" defTabSz="914400" rtl="1"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2500"/>
              </a:spcBef>
              <a:buNone/>
            </a:pPr>
            <a:r>
              <a:rPr lang="he-IL" sz="2000" b="1" dirty="0"/>
              <a:t>שינוי בתכנות</a:t>
            </a:r>
          </a:p>
          <a:p>
            <a:pPr marL="0" lvl="1" indent="0">
              <a:buNone/>
            </a:pPr>
            <a:r>
              <a:rPr lang="en-US" sz="2000" dirty="0"/>
              <a:t>Vibe Coding</a:t>
            </a:r>
            <a:r>
              <a:rPr lang="he-IL" sz="2000" dirty="0"/>
              <a:t> מאפשר תכנות באמצעות תיאור כוונות בשפה טבעית במקום הוראות טכניות מדויקות.</a:t>
            </a:r>
          </a:p>
          <a:p>
            <a:pPr marL="0" indent="0">
              <a:spcBef>
                <a:spcPts val="2500"/>
              </a:spcBef>
              <a:buNone/>
            </a:pPr>
            <a:r>
              <a:rPr lang="he-IL" sz="2000" b="1" dirty="0"/>
              <a:t>השראת יצירתיות</a:t>
            </a:r>
          </a:p>
          <a:p>
            <a:pPr marL="0" lvl="1" indent="0">
              <a:buNone/>
            </a:pPr>
            <a:r>
              <a:rPr lang="he-IL" sz="2000" dirty="0"/>
              <a:t>המעבר מפנה את תשומת הלב לחשיבה יצירתית ומקטין את הצורך בידע טכני מדויק.</a:t>
            </a:r>
          </a:p>
          <a:p>
            <a:pPr marL="0" indent="0">
              <a:spcBef>
                <a:spcPts val="2500"/>
              </a:spcBef>
              <a:buNone/>
            </a:pPr>
            <a:r>
              <a:rPr lang="he-IL" sz="2000" b="1" dirty="0"/>
              <a:t>תהליך איטרטיבי</a:t>
            </a:r>
          </a:p>
          <a:p>
            <a:pPr marL="0" lvl="1" indent="0">
              <a:buNone/>
            </a:pPr>
            <a:r>
              <a:rPr lang="he-IL" sz="2000" dirty="0"/>
              <a:t>המודל מחזיר פרשנות ראשונית והיוצר מדייק את ה-</a:t>
            </a:r>
            <a:r>
              <a:rPr lang="en-US" sz="2000" dirty="0"/>
              <a:t>Vibe</a:t>
            </a:r>
            <a:r>
              <a:rPr lang="he-IL" sz="2000" dirty="0"/>
              <a:t> עד להשגת התוצאה הרצויה.</a:t>
            </a:r>
          </a:p>
          <a:p>
            <a:pPr marL="0" indent="0">
              <a:spcBef>
                <a:spcPts val="2500"/>
              </a:spcBef>
              <a:buNone/>
            </a:pPr>
            <a:r>
              <a:rPr lang="he-IL" sz="2000" b="1" dirty="0"/>
              <a:t>למידה ונורמליזציה</a:t>
            </a:r>
          </a:p>
          <a:p>
            <a:pPr marL="0" lvl="1" indent="0">
              <a:buNone/>
            </a:pPr>
            <a:r>
              <a:rPr lang="he-IL" sz="2000" dirty="0"/>
              <a:t>התהליך מאפשר למידה דרך ניסוי וטעייה ומנרמל טעויות ככוונה לא מדויקת.</a:t>
            </a:r>
          </a:p>
        </p:txBody>
      </p:sp>
      <p:sp>
        <p:nvSpPr>
          <p:cNvPr id="16" name="Title 1">
            <a:extLst>
              <a:ext uri="{FF2B5EF4-FFF2-40B4-BE49-F238E27FC236}">
                <a16:creationId xmlns:a16="http://schemas.microsoft.com/office/drawing/2014/main" id="{51C84B93-A09C-9FA9-2BD0-B7C9EFFD6A58}"/>
              </a:ext>
            </a:extLst>
          </p:cNvPr>
          <p:cNvSpPr txBox="1">
            <a:spLocks/>
          </p:cNvSpPr>
          <p:nvPr/>
        </p:nvSpPr>
        <p:spPr>
          <a:xfrm>
            <a:off x="159988" y="348792"/>
            <a:ext cx="4564412" cy="1005840"/>
          </a:xfrm>
          <a:prstGeom prst="rect">
            <a:avLst/>
          </a:prstGeom>
        </p:spPr>
        <p:txBody>
          <a:bodyPr vert="horz" lIns="91440" tIns="45720" rIns="91440" bIns="45720" rtlCol="1" anchor="b">
            <a:normAutofit/>
          </a:bodyPr>
          <a:lstStyle>
            <a:lvl1pPr algn="r" defTabSz="914400" rtl="1" eaLnBrk="1" latinLnBrk="0" hangingPunct="1">
              <a:lnSpc>
                <a:spcPct val="90000"/>
              </a:lnSpc>
              <a:spcBef>
                <a:spcPct val="0"/>
              </a:spcBef>
              <a:buNone/>
              <a:defRPr sz="3200" kern="1200">
                <a:solidFill>
                  <a:schemeClr val="tx2"/>
                </a:solidFill>
                <a:latin typeface="+mj-lt"/>
                <a:ea typeface="+mj-ea"/>
                <a:cs typeface="+mj-cs"/>
              </a:defRPr>
            </a:lvl1pPr>
          </a:lstStyle>
          <a:p>
            <a:r>
              <a:rPr lang="en-US" dirty="0" err="1"/>
              <a:t>מעבר</a:t>
            </a:r>
            <a:r>
              <a:rPr lang="en-US" dirty="0"/>
              <a:t> </a:t>
            </a:r>
            <a:r>
              <a:rPr lang="en-US" dirty="0" err="1"/>
              <a:t>משפה</a:t>
            </a:r>
            <a:r>
              <a:rPr lang="en-US" dirty="0"/>
              <a:t> </a:t>
            </a:r>
            <a:r>
              <a:rPr lang="en-US" dirty="0" err="1"/>
              <a:t>מחשבית</a:t>
            </a:r>
            <a:r>
              <a:rPr lang="en-US" dirty="0"/>
              <a:t> </a:t>
            </a:r>
            <a:r>
              <a:rPr lang="en-US" dirty="0" err="1"/>
              <a:t>לשפה</a:t>
            </a:r>
            <a:r>
              <a:rPr lang="en-US" dirty="0"/>
              <a:t> </a:t>
            </a:r>
            <a:r>
              <a:rPr lang="en-US" dirty="0" err="1"/>
              <a:t>טבעית</a:t>
            </a:r>
            <a:endParaRPr lang="en-US" dirty="0"/>
          </a:p>
        </p:txBody>
      </p:sp>
    </p:spTree>
    <p:extLst>
      <p:ext uri="{BB962C8B-B14F-4D97-AF65-F5344CB8AC3E}">
        <p14:creationId xmlns:p14="http://schemas.microsoft.com/office/powerpoint/2010/main" val="210621352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anim calcmode="lin" valueType="num">
                                      <p:cBhvr>
                                        <p:cTn id="8" dur="250" fill="hold"/>
                                        <p:tgtEl>
                                          <p:spTgt spid="12"/>
                                        </p:tgtEl>
                                        <p:attrNameLst>
                                          <p:attrName>ppt_x</p:attrName>
                                        </p:attrNameLst>
                                      </p:cBhvr>
                                      <p:tavLst>
                                        <p:tav tm="0">
                                          <p:val>
                                            <p:strVal val="#ppt_x"/>
                                          </p:val>
                                        </p:tav>
                                        <p:tav tm="100000">
                                          <p:val>
                                            <p:strVal val="#ppt_x"/>
                                          </p:val>
                                        </p:tav>
                                      </p:tavLst>
                                    </p:anim>
                                    <p:anim calcmode="lin" valueType="num">
                                      <p:cBhvr>
                                        <p:cTn id="9" dur="25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B60EC-EB56-9862-BFE8-DE882289D4A8}"/>
              </a:ext>
            </a:extLst>
          </p:cNvPr>
          <p:cNvSpPr>
            <a:spLocks noGrp="1"/>
          </p:cNvSpPr>
          <p:nvPr>
            <p:ph type="title"/>
          </p:nvPr>
        </p:nvSpPr>
        <p:spPr>
          <a:xfrm>
            <a:off x="457199" y="377072"/>
            <a:ext cx="4958078" cy="1225485"/>
          </a:xfrm>
        </p:spPr>
        <p:txBody>
          <a:bodyPr anchor="t">
            <a:normAutofit/>
          </a:bodyPr>
          <a:lstStyle/>
          <a:p>
            <a:r>
              <a:rPr lang="en-US"/>
              <a:t>מה באמת חשוב בעידן החדש</a:t>
            </a:r>
          </a:p>
        </p:txBody>
      </p:sp>
      <p:pic>
        <p:nvPicPr>
          <p:cNvPr id="8" name="Content Placeholder 7" descr="רקע באנדרואיד, למידה עמוקה, בינה מלאכותית">
            <a:extLst>
              <a:ext uri="{FF2B5EF4-FFF2-40B4-BE49-F238E27FC236}">
                <a16:creationId xmlns:a16="http://schemas.microsoft.com/office/drawing/2014/main" id="{F41424E0-4438-493A-8972-D28A7BA54216}"/>
              </a:ext>
            </a:extLst>
          </p:cNvPr>
          <p:cNvPicPr>
            <a:picLocks noGrp="1" noChangeAspect="1"/>
          </p:cNvPicPr>
          <p:nvPr>
            <p:ph type="pic" sz="quarter" idx="13"/>
          </p:nvPr>
        </p:nvPicPr>
        <p:blipFill>
          <a:blip r:embed="rId3"/>
          <a:srcRect l="7473" r="21284" b="-2"/>
          <a:stretch>
            <a:fillRect/>
          </a:stretch>
        </p:blipFill>
        <p:spPr>
          <a:xfrm>
            <a:off x="20" y="1842182"/>
            <a:ext cx="5758152" cy="4546457"/>
          </a:xfrm>
        </p:spPr>
      </p:pic>
      <p:sp>
        <p:nvSpPr>
          <p:cNvPr id="4" name="Content Placeholder 3">
            <a:extLst>
              <a:ext uri="{FF2B5EF4-FFF2-40B4-BE49-F238E27FC236}">
                <a16:creationId xmlns:a16="http://schemas.microsoft.com/office/drawing/2014/main" id="{E4121A21-C7D4-09E6-8376-3E636F01A201}"/>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58172" y="377072"/>
            <a:ext cx="5976625" cy="5797484"/>
          </a:xfrm>
        </p:spPr>
        <p:txBody>
          <a:bodyPr>
            <a:noAutofit/>
          </a:bodyPr>
          <a:lstStyle/>
          <a:p>
            <a:pPr marL="0" indent="0">
              <a:spcBef>
                <a:spcPts val="2500"/>
              </a:spcBef>
              <a:buFont typeface="Arial" panose="020B0604020202020204" pitchFamily="34" charset="0"/>
              <a:buNone/>
            </a:pPr>
            <a:r>
              <a:rPr lang="he-IL" sz="2000" b="1" dirty="0"/>
              <a:t>התמקדות בכישורים אנושיים</a:t>
            </a:r>
          </a:p>
          <a:p>
            <a:pPr marL="0" lvl="1" indent="0">
              <a:buFont typeface="Arial" panose="020B0604020202020204" pitchFamily="34" charset="0"/>
              <a:buNone/>
            </a:pPr>
            <a:r>
              <a:rPr lang="he-IL" sz="2000" dirty="0"/>
              <a:t>היכולת הטכנית מאבדת מרכזיות, וכישורים כמו יצירתיות, אמפתיה וחשיבה ביקורתית הופכים חשובים יותר.</a:t>
            </a:r>
          </a:p>
          <a:p>
            <a:pPr marL="0" indent="0">
              <a:spcBef>
                <a:spcPts val="2500"/>
              </a:spcBef>
              <a:buFont typeface="Arial" panose="020B0604020202020204" pitchFamily="34" charset="0"/>
              <a:buNone/>
            </a:pPr>
            <a:r>
              <a:rPr lang="he-IL" sz="2000" b="1" dirty="0"/>
              <a:t>העבודה בממשק אדם-מכונה</a:t>
            </a:r>
          </a:p>
          <a:p>
            <a:pPr marL="0" lvl="1" indent="0">
              <a:buFont typeface="Arial" panose="020B0604020202020204" pitchFamily="34" charset="0"/>
              <a:buNone/>
            </a:pPr>
            <a:r>
              <a:rPr lang="he-IL" sz="2000" dirty="0"/>
              <a:t>היכולת להנחות ולשפר מודלים טכנולוגיים תוך כדי עבודה דורשת מיומנויות תקשורת והבנה מעמיקה.</a:t>
            </a:r>
          </a:p>
          <a:p>
            <a:pPr marL="0" indent="0">
              <a:spcBef>
                <a:spcPts val="2500"/>
              </a:spcBef>
              <a:buFont typeface="Arial" panose="020B0604020202020204" pitchFamily="34" charset="0"/>
              <a:buNone/>
            </a:pPr>
            <a:r>
              <a:rPr lang="he-IL" sz="2000" b="1" dirty="0"/>
              <a:t>הייחודיות האנושית בעידן המחשב</a:t>
            </a:r>
          </a:p>
          <a:p>
            <a:pPr marL="0" lvl="1" indent="0">
              <a:buFont typeface="Arial" panose="020B0604020202020204" pitchFamily="34" charset="0"/>
              <a:buNone/>
            </a:pPr>
            <a:r>
              <a:rPr lang="he-IL" sz="2000" dirty="0"/>
              <a:t>אומץ לחדש, לשאול שאלות טובות ולהעריך מתי פתרון מרגיש נכון הם מה שמבדיל אותנו מהמכונה.</a:t>
            </a:r>
          </a:p>
          <a:p>
            <a:pPr marL="0" indent="0">
              <a:spcBef>
                <a:spcPts val="2500"/>
              </a:spcBef>
              <a:buFont typeface="Arial" panose="020B0604020202020204" pitchFamily="34" charset="0"/>
              <a:buNone/>
            </a:pPr>
            <a:r>
              <a:rPr lang="he-IL" sz="2000" b="1" dirty="0"/>
              <a:t>חשיבות שיקול מוסרי ויצירתיות</a:t>
            </a:r>
          </a:p>
          <a:p>
            <a:pPr marL="0" lvl="1" indent="0">
              <a:buFont typeface="Arial" panose="020B0604020202020204" pitchFamily="34" charset="0"/>
              <a:buNone/>
            </a:pPr>
            <a:r>
              <a:rPr lang="he-IL" sz="2000" dirty="0"/>
              <a:t>תפקידנו מתעצם בתחומים הדורשים שיקול מוסרי, יצירתיות עמוקה והבנת האדם מעבר לטכנולוגיה.</a:t>
            </a:r>
          </a:p>
        </p:txBody>
      </p:sp>
      <p:sp>
        <p:nvSpPr>
          <p:cNvPr id="6" name="Date Placeholder 5">
            <a:extLst>
              <a:ext uri="{FF2B5EF4-FFF2-40B4-BE49-F238E27FC236}">
                <a16:creationId xmlns:a16="http://schemas.microsoft.com/office/drawing/2014/main" id="{BDD6DC60-4F11-6098-EF04-1D7C71A52ED0}"/>
              </a:ext>
            </a:extLst>
          </p:cNvPr>
          <p:cNvSpPr>
            <a:spLocks noGrp="1"/>
          </p:cNvSpPr>
          <p:nvPr>
            <p:ph type="dt" sz="half" idx="10"/>
          </p:nvPr>
        </p:nvSpPr>
        <p:spPr>
          <a:xfrm>
            <a:off x="9737594" y="6445997"/>
            <a:ext cx="1842115" cy="365125"/>
          </a:xfrm>
        </p:spPr>
        <p:txBody>
          <a:bodyPr anchor="ctr">
            <a:normAutofit/>
          </a:bodyPr>
          <a:lstStyle/>
          <a:p>
            <a:pPr rtl="1">
              <a:spcAft>
                <a:spcPts val="600"/>
              </a:spcAft>
            </a:pPr>
            <a:r>
              <a:rPr lang="en-US"/>
              <a:t>11/08/2025</a:t>
            </a:r>
          </a:p>
        </p:txBody>
      </p:sp>
      <p:sp>
        <p:nvSpPr>
          <p:cNvPr id="7" name="Slide Number Placeholder 6">
            <a:extLst>
              <a:ext uri="{FF2B5EF4-FFF2-40B4-BE49-F238E27FC236}">
                <a16:creationId xmlns:a16="http://schemas.microsoft.com/office/drawing/2014/main" id="{ACD5A3D9-60A3-C5E0-F1D4-57A92ECAC5FB}"/>
              </a:ext>
            </a:extLst>
          </p:cNvPr>
          <p:cNvSpPr>
            <a:spLocks noGrp="1"/>
          </p:cNvSpPr>
          <p:nvPr>
            <p:ph type="sldNum" sz="quarter" idx="12"/>
          </p:nvPr>
        </p:nvSpPr>
        <p:spPr>
          <a:xfrm>
            <a:off x="11734800" y="6445997"/>
            <a:ext cx="457200" cy="365125"/>
          </a:xfrm>
        </p:spPr>
        <p:txBody>
          <a:bodyPr anchor="ctr">
            <a:normAutofit/>
          </a:bodyPr>
          <a:lstStyle/>
          <a:p>
            <a:pPr rtl="1">
              <a:spcAft>
                <a:spcPts val="600"/>
              </a:spcAft>
            </a:pPr>
            <a:fld id="{DDF60B60-82CA-4BB9-BA6E-A62FADF2374B}" type="slidenum">
              <a:rPr lang="en-US" smtClean="0"/>
              <a:pPr rtl="1">
                <a:spcAft>
                  <a:spcPts val="600"/>
                </a:spcAft>
              </a:pPr>
              <a:t>7</a:t>
            </a:fld>
            <a:endParaRPr lang="en-US"/>
          </a:p>
        </p:txBody>
      </p:sp>
    </p:spTree>
    <p:extLst>
      <p:ext uri="{BB962C8B-B14F-4D97-AF65-F5344CB8AC3E}">
        <p14:creationId xmlns:p14="http://schemas.microsoft.com/office/powerpoint/2010/main" val="335330074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FE739-86A0-7D1D-94D6-C2C6D688DEF2}"/>
              </a:ext>
            </a:extLst>
          </p:cNvPr>
          <p:cNvSpPr>
            <a:spLocks noGrp="1"/>
          </p:cNvSpPr>
          <p:nvPr>
            <p:ph type="title"/>
          </p:nvPr>
        </p:nvSpPr>
        <p:spPr>
          <a:xfrm>
            <a:off x="457200" y="2968607"/>
            <a:ext cx="8932653" cy="3450568"/>
          </a:xfrm>
        </p:spPr>
        <p:txBody>
          <a:bodyPr anchor="b">
            <a:normAutofit/>
          </a:bodyPr>
          <a:lstStyle/>
          <a:p>
            <a:r>
              <a:rPr lang="en-US"/>
              <a:t>יצירה משותפת ודינמית</a:t>
            </a:r>
          </a:p>
        </p:txBody>
      </p:sp>
      <p:sp>
        <p:nvSpPr>
          <p:cNvPr id="5" name="Date Placeholder 4">
            <a:extLst>
              <a:ext uri="{FF2B5EF4-FFF2-40B4-BE49-F238E27FC236}">
                <a16:creationId xmlns:a16="http://schemas.microsoft.com/office/drawing/2014/main" id="{876F013C-933F-82C8-B9BA-C8DE30928D5B}"/>
              </a:ext>
            </a:extLst>
          </p:cNvPr>
          <p:cNvSpPr>
            <a:spLocks noGrp="1"/>
          </p:cNvSpPr>
          <p:nvPr>
            <p:ph type="dt" sz="half" idx="10"/>
          </p:nvPr>
        </p:nvSpPr>
        <p:spPr>
          <a:xfrm>
            <a:off x="9737594" y="6445997"/>
            <a:ext cx="1842115" cy="365125"/>
          </a:xfrm>
        </p:spPr>
        <p:txBody>
          <a:bodyPr anchor="ctr">
            <a:normAutofit/>
          </a:bodyPr>
          <a:lstStyle/>
          <a:p>
            <a:pPr rtl="1">
              <a:spcAft>
                <a:spcPts val="600"/>
              </a:spcAft>
            </a:pPr>
            <a:r>
              <a:rPr lang="en-US"/>
              <a:t>11/08/2025</a:t>
            </a:r>
          </a:p>
        </p:txBody>
      </p:sp>
      <p:sp>
        <p:nvSpPr>
          <p:cNvPr id="6" name="Slide Number Placeholder 5">
            <a:extLst>
              <a:ext uri="{FF2B5EF4-FFF2-40B4-BE49-F238E27FC236}">
                <a16:creationId xmlns:a16="http://schemas.microsoft.com/office/drawing/2014/main" id="{79D99EAB-DD3E-752F-F4D1-08BD729D9ED3}"/>
              </a:ext>
            </a:extLst>
          </p:cNvPr>
          <p:cNvSpPr>
            <a:spLocks noGrp="1"/>
          </p:cNvSpPr>
          <p:nvPr>
            <p:ph type="sldNum" sz="quarter" idx="12"/>
          </p:nvPr>
        </p:nvSpPr>
        <p:spPr>
          <a:xfrm>
            <a:off x="11734800" y="6445997"/>
            <a:ext cx="457200" cy="365125"/>
          </a:xfrm>
        </p:spPr>
        <p:txBody>
          <a:bodyPr anchor="ctr">
            <a:normAutofit/>
          </a:bodyPr>
          <a:lstStyle/>
          <a:p>
            <a:pPr rtl="1">
              <a:spcAft>
                <a:spcPts val="600"/>
              </a:spcAft>
            </a:pPr>
            <a:fld id="{DDF60B60-82CA-4BB9-BA6E-A62FADF2374B}" type="slidenum">
              <a:rPr lang="en-US" smtClean="0"/>
              <a:pPr rtl="1">
                <a:spcAft>
                  <a:spcPts val="600"/>
                </a:spcAft>
              </a:pPr>
              <a:t>8</a:t>
            </a:fld>
            <a:endParaRPr lang="en-US"/>
          </a:p>
        </p:txBody>
      </p:sp>
    </p:spTree>
    <p:extLst>
      <p:ext uri="{BB962C8B-B14F-4D97-AF65-F5344CB8AC3E}">
        <p14:creationId xmlns:p14="http://schemas.microsoft.com/office/powerpoint/2010/main" val="359137455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E0B3A-D3DD-2650-0C65-D68995176DCD}"/>
              </a:ext>
            </a:extLst>
          </p:cNvPr>
          <p:cNvSpPr>
            <a:spLocks noGrp="1"/>
          </p:cNvSpPr>
          <p:nvPr>
            <p:ph type="title"/>
          </p:nvPr>
        </p:nvSpPr>
        <p:spPr>
          <a:xfrm>
            <a:off x="457199" y="377072"/>
            <a:ext cx="4958078" cy="1225485"/>
          </a:xfrm>
        </p:spPr>
        <p:txBody>
          <a:bodyPr anchor="t">
            <a:normAutofit/>
          </a:bodyPr>
          <a:lstStyle/>
          <a:p>
            <a:r>
              <a:rPr lang="en-US" dirty="0" err="1"/>
              <a:t>בניית</a:t>
            </a:r>
            <a:r>
              <a:rPr lang="en-US" dirty="0"/>
              <a:t> </a:t>
            </a:r>
            <a:r>
              <a:rPr lang="en-US" dirty="0" err="1"/>
              <a:t>מוצר</a:t>
            </a:r>
            <a:r>
              <a:rPr lang="en-US" dirty="0"/>
              <a:t> </a:t>
            </a:r>
            <a:r>
              <a:rPr lang="en-US" dirty="0" err="1"/>
              <a:t>חי</a:t>
            </a:r>
            <a:r>
              <a:rPr lang="en-US" dirty="0"/>
              <a:t> </a:t>
            </a:r>
            <a:r>
              <a:rPr lang="en-US" dirty="0" err="1"/>
              <a:t>בזמן</a:t>
            </a:r>
            <a:r>
              <a:rPr lang="en-US" dirty="0"/>
              <a:t> </a:t>
            </a:r>
            <a:r>
              <a:rPr lang="en-US" dirty="0" err="1"/>
              <a:t>אמת</a:t>
            </a:r>
            <a:endParaRPr lang="en-US" dirty="0"/>
          </a:p>
        </p:txBody>
      </p:sp>
      <p:pic>
        <p:nvPicPr>
          <p:cNvPr id="8" name="Content Placeholder 7" descr="קונספטואלי להצגת בתים חכמים באפליקציה ניידת מודרנית. לדוגמה, בקרת תאורה, מכשירים, בקרת אבטחה וכו'.">
            <a:extLst>
              <a:ext uri="{FF2B5EF4-FFF2-40B4-BE49-F238E27FC236}">
                <a16:creationId xmlns:a16="http://schemas.microsoft.com/office/drawing/2014/main" id="{B2F80587-FDC9-4855-90EE-E8AFBAB1BE4A}"/>
              </a:ext>
            </a:extLst>
          </p:cNvPr>
          <p:cNvPicPr>
            <a:picLocks noGrp="1" noChangeAspect="1"/>
          </p:cNvPicPr>
          <p:nvPr>
            <p:ph type="pic" sz="quarter" idx="13"/>
          </p:nvPr>
        </p:nvPicPr>
        <p:blipFill>
          <a:blip r:embed="rId3"/>
          <a:srcRect l="13506" r="15251" b="-2"/>
          <a:stretch>
            <a:fillRect/>
          </a:stretch>
        </p:blipFill>
        <p:spPr>
          <a:xfrm>
            <a:off x="20" y="1842182"/>
            <a:ext cx="5758152" cy="4546457"/>
          </a:xfrm>
        </p:spPr>
      </p:pic>
      <p:sp>
        <p:nvSpPr>
          <p:cNvPr id="4" name="Content Placeholder 3">
            <a:extLst>
              <a:ext uri="{FF2B5EF4-FFF2-40B4-BE49-F238E27FC236}">
                <a16:creationId xmlns:a16="http://schemas.microsoft.com/office/drawing/2014/main" id="{7F77D0C4-6C29-E95C-6C14-82268A69A80D}"/>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91200" y="377072"/>
            <a:ext cx="5943598" cy="5797484"/>
          </a:xfrm>
        </p:spPr>
        <p:txBody>
          <a:bodyPr>
            <a:noAutofit/>
          </a:bodyPr>
          <a:lstStyle/>
          <a:p>
            <a:pPr marL="0" indent="0">
              <a:spcBef>
                <a:spcPts val="2500"/>
              </a:spcBef>
              <a:buNone/>
            </a:pPr>
            <a:r>
              <a:rPr lang="he-IL" sz="2000" b="1" dirty="0"/>
              <a:t>בחירת משימה</a:t>
            </a:r>
            <a:br>
              <a:rPr lang="en-US" sz="2000" b="1" dirty="0"/>
            </a:br>
            <a:r>
              <a:rPr lang="he-IL" sz="2000" dirty="0"/>
              <a:t>החלטה משותפת על הגדרת המשימה.</a:t>
            </a:r>
          </a:p>
          <a:p>
            <a:pPr marL="0" indent="0">
              <a:spcBef>
                <a:spcPts val="2500"/>
              </a:spcBef>
              <a:buNone/>
            </a:pPr>
            <a:r>
              <a:rPr lang="he-IL" sz="2000" b="1" dirty="0"/>
              <a:t>ניסוח ה-</a:t>
            </a:r>
            <a:r>
              <a:rPr lang="en-US" sz="2000" b="1" dirty="0"/>
              <a:t>Vibe</a:t>
            </a:r>
          </a:p>
          <a:p>
            <a:pPr marL="0" lvl="1" indent="0">
              <a:buFont typeface="Arial" panose="020B0604020202020204" pitchFamily="34" charset="0"/>
              <a:buNone/>
            </a:pPr>
            <a:r>
              <a:rPr lang="he-IL" sz="2000" dirty="0"/>
              <a:t>יצירת גרסה ראשונית ושיפור איכות התוצאה דרך שפה מדויקת.</a:t>
            </a:r>
          </a:p>
          <a:p>
            <a:pPr marL="0" indent="0">
              <a:spcBef>
                <a:spcPts val="2500"/>
              </a:spcBef>
              <a:buFont typeface="Arial" panose="020B0604020202020204" pitchFamily="34" charset="0"/>
              <a:buNone/>
            </a:pPr>
            <a:r>
              <a:rPr lang="he-IL" sz="2000" b="1" dirty="0"/>
              <a:t>למידה מהכשלונות</a:t>
            </a:r>
          </a:p>
          <a:p>
            <a:pPr marL="0" lvl="1" indent="0">
              <a:buFont typeface="Arial" panose="020B0604020202020204" pitchFamily="34" charset="0"/>
              <a:buNone/>
            </a:pPr>
            <a:r>
              <a:rPr lang="he-IL" sz="2000" dirty="0"/>
              <a:t>כשלונות בתהליך מורים שאין צורך לפחד מטעויות ומעודדים שיפור מתמיד דרך ניסוי וטעייה.</a:t>
            </a:r>
          </a:p>
        </p:txBody>
      </p:sp>
      <p:sp>
        <p:nvSpPr>
          <p:cNvPr id="6" name="Date Placeholder 5">
            <a:extLst>
              <a:ext uri="{FF2B5EF4-FFF2-40B4-BE49-F238E27FC236}">
                <a16:creationId xmlns:a16="http://schemas.microsoft.com/office/drawing/2014/main" id="{75D9D34E-AC9C-3960-FEEC-C447E5F91A88}"/>
              </a:ext>
            </a:extLst>
          </p:cNvPr>
          <p:cNvSpPr>
            <a:spLocks noGrp="1"/>
          </p:cNvSpPr>
          <p:nvPr>
            <p:ph type="dt" sz="half" idx="10"/>
          </p:nvPr>
        </p:nvSpPr>
        <p:spPr>
          <a:xfrm>
            <a:off x="9737594" y="6445997"/>
            <a:ext cx="1842115" cy="365125"/>
          </a:xfrm>
        </p:spPr>
        <p:txBody>
          <a:bodyPr anchor="ctr">
            <a:normAutofit/>
          </a:bodyPr>
          <a:lstStyle/>
          <a:p>
            <a:pPr rtl="1">
              <a:spcAft>
                <a:spcPts val="600"/>
              </a:spcAft>
            </a:pPr>
            <a:r>
              <a:rPr lang="en-US"/>
              <a:t>11/08/2025</a:t>
            </a:r>
          </a:p>
        </p:txBody>
      </p:sp>
      <p:sp>
        <p:nvSpPr>
          <p:cNvPr id="7" name="Slide Number Placeholder 6">
            <a:extLst>
              <a:ext uri="{FF2B5EF4-FFF2-40B4-BE49-F238E27FC236}">
                <a16:creationId xmlns:a16="http://schemas.microsoft.com/office/drawing/2014/main" id="{D347E177-5161-696B-F1B0-F58CBAD8D9AB}"/>
              </a:ext>
            </a:extLst>
          </p:cNvPr>
          <p:cNvSpPr>
            <a:spLocks noGrp="1"/>
          </p:cNvSpPr>
          <p:nvPr>
            <p:ph type="sldNum" sz="quarter" idx="12"/>
          </p:nvPr>
        </p:nvSpPr>
        <p:spPr>
          <a:xfrm>
            <a:off x="11734800" y="6445997"/>
            <a:ext cx="457200" cy="365125"/>
          </a:xfrm>
        </p:spPr>
        <p:txBody>
          <a:bodyPr anchor="ctr">
            <a:normAutofit/>
          </a:bodyPr>
          <a:lstStyle/>
          <a:p>
            <a:pPr rtl="1">
              <a:spcAft>
                <a:spcPts val="600"/>
              </a:spcAft>
            </a:pPr>
            <a:fld id="{DDF60B60-82CA-4BB9-BA6E-A62FADF2374B}" type="slidenum">
              <a:rPr lang="en-US" smtClean="0"/>
              <a:pPr rtl="1">
                <a:spcAft>
                  <a:spcPts val="600"/>
                </a:spcAft>
              </a:pPr>
              <a:t>9</a:t>
            </a:fld>
            <a:endParaRPr lang="en-US"/>
          </a:p>
        </p:txBody>
      </p:sp>
    </p:spTree>
    <p:extLst>
      <p:ext uri="{BB962C8B-B14F-4D97-AF65-F5344CB8AC3E}">
        <p14:creationId xmlns:p14="http://schemas.microsoft.com/office/powerpoint/2010/main" val="10517059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3E84F-94AF-45E7-A119-490F78B87B03}"/>
              </a:ext>
            </a:extLst>
          </p:cNvPr>
          <p:cNvSpPr>
            <a:spLocks noGrp="1"/>
          </p:cNvSpPr>
          <p:nvPr>
            <p:ph type="title"/>
          </p:nvPr>
        </p:nvSpPr>
        <p:spPr>
          <a:xfrm>
            <a:off x="457200" y="2968607"/>
            <a:ext cx="8932653" cy="3450568"/>
          </a:xfrm>
        </p:spPr>
        <p:txBody>
          <a:bodyPr anchor="b">
            <a:normAutofit/>
          </a:bodyPr>
          <a:lstStyle/>
          <a:p>
            <a:r>
              <a:rPr lang="en-US" dirty="0"/>
              <a:t>AI</a:t>
            </a:r>
            <a:r>
              <a:rPr lang="he-IL" dirty="0"/>
              <a:t>, </a:t>
            </a:r>
            <a:r>
              <a:rPr lang="en-US" dirty="0" err="1"/>
              <a:t>זהות</a:t>
            </a:r>
            <a:r>
              <a:rPr lang="en-US" dirty="0"/>
              <a:t> </a:t>
            </a:r>
            <a:r>
              <a:rPr lang="en-US" dirty="0" err="1"/>
              <a:t>ואחריות</a:t>
            </a:r>
            <a:endParaRPr lang="en-US" dirty="0"/>
          </a:p>
        </p:txBody>
      </p:sp>
      <p:sp>
        <p:nvSpPr>
          <p:cNvPr id="5" name="Date Placeholder 4">
            <a:extLst>
              <a:ext uri="{FF2B5EF4-FFF2-40B4-BE49-F238E27FC236}">
                <a16:creationId xmlns:a16="http://schemas.microsoft.com/office/drawing/2014/main" id="{ACCFA10F-D24A-EBC9-3B40-A7C559879566}"/>
              </a:ext>
            </a:extLst>
          </p:cNvPr>
          <p:cNvSpPr>
            <a:spLocks noGrp="1"/>
          </p:cNvSpPr>
          <p:nvPr>
            <p:ph type="dt" sz="half" idx="10"/>
          </p:nvPr>
        </p:nvSpPr>
        <p:spPr>
          <a:xfrm>
            <a:off x="9737594" y="6445997"/>
            <a:ext cx="1842115" cy="365125"/>
          </a:xfrm>
        </p:spPr>
        <p:txBody>
          <a:bodyPr anchor="ctr">
            <a:normAutofit/>
          </a:bodyPr>
          <a:lstStyle/>
          <a:p>
            <a:pPr rtl="1">
              <a:spcAft>
                <a:spcPts val="600"/>
              </a:spcAft>
            </a:pPr>
            <a:r>
              <a:rPr lang="en-US"/>
              <a:t>11/08/2025</a:t>
            </a:r>
          </a:p>
        </p:txBody>
      </p:sp>
      <p:sp>
        <p:nvSpPr>
          <p:cNvPr id="6" name="Slide Number Placeholder 5">
            <a:extLst>
              <a:ext uri="{FF2B5EF4-FFF2-40B4-BE49-F238E27FC236}">
                <a16:creationId xmlns:a16="http://schemas.microsoft.com/office/drawing/2014/main" id="{AC7B65C4-A494-3804-F752-E47424C85AF9}"/>
              </a:ext>
            </a:extLst>
          </p:cNvPr>
          <p:cNvSpPr>
            <a:spLocks noGrp="1"/>
          </p:cNvSpPr>
          <p:nvPr>
            <p:ph type="sldNum" sz="quarter" idx="12"/>
          </p:nvPr>
        </p:nvSpPr>
        <p:spPr>
          <a:xfrm>
            <a:off x="11734800" y="6445997"/>
            <a:ext cx="457200" cy="365125"/>
          </a:xfrm>
        </p:spPr>
        <p:txBody>
          <a:bodyPr anchor="ctr">
            <a:normAutofit/>
          </a:bodyPr>
          <a:lstStyle/>
          <a:p>
            <a:pPr rtl="1">
              <a:spcAft>
                <a:spcPts val="600"/>
              </a:spcAft>
            </a:pPr>
            <a:fld id="{DDF60B60-82CA-4BB9-BA6E-A62FADF2374B}" type="slidenum">
              <a:rPr lang="en-US" smtClean="0"/>
              <a:pPr rtl="1">
                <a:spcAft>
                  <a:spcPts val="600"/>
                </a:spcAft>
              </a:pPr>
              <a:t>10</a:t>
            </a:fld>
            <a:endParaRPr lang="en-US"/>
          </a:p>
        </p:txBody>
      </p:sp>
    </p:spTree>
    <p:extLst>
      <p:ext uri="{BB962C8B-B14F-4D97-AF65-F5344CB8AC3E}">
        <p14:creationId xmlns:p14="http://schemas.microsoft.com/office/powerpoint/2010/main" val="378448641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6FA2-1CAD-923C-0AFE-4DAB56CBA584}"/>
              </a:ext>
            </a:extLst>
          </p:cNvPr>
          <p:cNvSpPr>
            <a:spLocks noGrp="1"/>
          </p:cNvSpPr>
          <p:nvPr>
            <p:ph type="title"/>
          </p:nvPr>
        </p:nvSpPr>
        <p:spPr>
          <a:xfrm>
            <a:off x="457199" y="377072"/>
            <a:ext cx="4958078" cy="1225485"/>
          </a:xfrm>
        </p:spPr>
        <p:txBody>
          <a:bodyPr anchor="t">
            <a:normAutofit/>
          </a:bodyPr>
          <a:lstStyle/>
          <a:p>
            <a:r>
              <a:rPr lang="en-US"/>
              <a:t>שאלות זהות בעולם של יצירה אוטומטית</a:t>
            </a:r>
          </a:p>
        </p:txBody>
      </p:sp>
      <p:pic>
        <p:nvPicPr>
          <p:cNvPr id="8" name="Content Placeholder 7" descr="פנים אל פנים, קונספט קומפוזיציה אישה וגבר, מדע, תודעה ותקשורת">
            <a:extLst>
              <a:ext uri="{FF2B5EF4-FFF2-40B4-BE49-F238E27FC236}">
                <a16:creationId xmlns:a16="http://schemas.microsoft.com/office/drawing/2014/main" id="{51F6F6FA-5A31-436D-B7FB-0D95E7AFA16B}"/>
              </a:ext>
            </a:extLst>
          </p:cNvPr>
          <p:cNvPicPr>
            <a:picLocks noGrp="1" noChangeAspect="1"/>
          </p:cNvPicPr>
          <p:nvPr>
            <p:ph type="pic" sz="quarter" idx="13"/>
          </p:nvPr>
        </p:nvPicPr>
        <p:blipFill>
          <a:blip r:embed="rId3"/>
          <a:srcRect r="5012" b="1"/>
          <a:stretch>
            <a:fillRect/>
          </a:stretch>
        </p:blipFill>
        <p:spPr>
          <a:xfrm>
            <a:off x="20" y="1842182"/>
            <a:ext cx="5758152" cy="4546457"/>
          </a:xfrm>
        </p:spPr>
      </p:pic>
      <p:sp>
        <p:nvSpPr>
          <p:cNvPr id="4" name="Content Placeholder 3">
            <a:extLst>
              <a:ext uri="{FF2B5EF4-FFF2-40B4-BE49-F238E27FC236}">
                <a16:creationId xmlns:a16="http://schemas.microsoft.com/office/drawing/2014/main" id="{5F241548-DF16-CF60-E4EF-400A2DB760A6}"/>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76646" y="377072"/>
            <a:ext cx="5758152" cy="5797484"/>
          </a:xfrm>
        </p:spPr>
        <p:txBody>
          <a:bodyPr>
            <a:normAutofit/>
          </a:bodyPr>
          <a:lstStyle/>
          <a:p>
            <a:pPr marL="0" indent="0">
              <a:spcBef>
                <a:spcPts val="2500"/>
              </a:spcBef>
              <a:buFont typeface="Arial" panose="020B0604020202020204" pitchFamily="34" charset="0"/>
              <a:buNone/>
            </a:pPr>
            <a:r>
              <a:rPr lang="he-IL" sz="2000" b="1" dirty="0"/>
              <a:t>ייחודיות האדם מול ה-</a:t>
            </a:r>
            <a:r>
              <a:rPr lang="en-US" sz="2000" b="1" dirty="0"/>
              <a:t>AI</a:t>
            </a:r>
          </a:p>
          <a:p>
            <a:pPr marL="0" lvl="1" indent="0">
              <a:buFont typeface="Arial" panose="020B0604020202020204" pitchFamily="34" charset="0"/>
              <a:buNone/>
            </a:pPr>
            <a:r>
              <a:rPr lang="en-US" sz="2000" dirty="0"/>
              <a:t>AI</a:t>
            </a:r>
            <a:r>
              <a:rPr lang="he-IL" sz="2000" dirty="0"/>
              <a:t> מאפשר יצירה מהירה וקלה, אך מעלה שאלות מה נשאר ייחודי לאדם ביצירה.</a:t>
            </a:r>
          </a:p>
          <a:p>
            <a:pPr marL="0" indent="0">
              <a:spcBef>
                <a:spcPts val="2500"/>
              </a:spcBef>
              <a:buFont typeface="Arial" panose="020B0604020202020204" pitchFamily="34" charset="0"/>
              <a:buNone/>
            </a:pPr>
            <a:r>
              <a:rPr lang="he-IL" sz="2000" b="1" dirty="0"/>
              <a:t>אתגרים מוסריים ואחריות</a:t>
            </a:r>
          </a:p>
          <a:p>
            <a:pPr marL="0" lvl="1" indent="0">
              <a:buFont typeface="Arial" panose="020B0604020202020204" pitchFamily="34" charset="0"/>
              <a:buNone/>
            </a:pPr>
            <a:r>
              <a:rPr lang="he-IL" sz="2000" dirty="0"/>
              <a:t>הכוח ליצור עובר ליוצר, עם אחריות למנוע תוכן פוגעני או מטעה בשימוש בטכנולוגיה.</a:t>
            </a:r>
          </a:p>
          <a:p>
            <a:pPr marL="0" indent="0">
              <a:spcBef>
                <a:spcPts val="2500"/>
              </a:spcBef>
              <a:buFont typeface="Arial" panose="020B0604020202020204" pitchFamily="34" charset="0"/>
              <a:buNone/>
            </a:pPr>
            <a:r>
              <a:rPr lang="he-IL" sz="2000" b="1" dirty="0"/>
              <a:t>השפעה חברתית ופילוסופית</a:t>
            </a:r>
          </a:p>
          <a:p>
            <a:pPr marL="0" lvl="1" indent="0">
              <a:buFont typeface="Arial" panose="020B0604020202020204" pitchFamily="34" charset="0"/>
              <a:buNone/>
            </a:pPr>
            <a:r>
              <a:rPr lang="en-US" sz="2000" dirty="0"/>
              <a:t>AI</a:t>
            </a:r>
            <a:r>
              <a:rPr lang="he-IL" sz="2000" dirty="0"/>
              <a:t> משנה את השיח, התפיסות והבנת היצירתיות בחברה ובחינוך.</a:t>
            </a:r>
          </a:p>
          <a:p>
            <a:pPr marL="0" indent="0">
              <a:spcBef>
                <a:spcPts val="2500"/>
              </a:spcBef>
              <a:buFont typeface="Arial" panose="020B0604020202020204" pitchFamily="34" charset="0"/>
              <a:buNone/>
            </a:pPr>
            <a:r>
              <a:rPr lang="he-IL" sz="2000" b="1" dirty="0"/>
              <a:t>שימוש אחראי וערכי בטכנולוגיה</a:t>
            </a:r>
          </a:p>
          <a:p>
            <a:pPr marL="0" lvl="1" indent="0">
              <a:buFont typeface="Arial" panose="020B0604020202020204" pitchFamily="34" charset="0"/>
              <a:buNone/>
            </a:pPr>
            <a:r>
              <a:rPr lang="he-IL" sz="2000" dirty="0"/>
              <a:t>חשיבות שיחה פתוחה על ערכים, אחריות וצניעות ביצירה אוטומטית.</a:t>
            </a:r>
          </a:p>
        </p:txBody>
      </p:sp>
      <p:sp>
        <p:nvSpPr>
          <p:cNvPr id="6" name="Date Placeholder 5">
            <a:extLst>
              <a:ext uri="{FF2B5EF4-FFF2-40B4-BE49-F238E27FC236}">
                <a16:creationId xmlns:a16="http://schemas.microsoft.com/office/drawing/2014/main" id="{203D5045-35D6-9667-B374-84A54065AC66}"/>
              </a:ext>
            </a:extLst>
          </p:cNvPr>
          <p:cNvSpPr>
            <a:spLocks noGrp="1"/>
          </p:cNvSpPr>
          <p:nvPr>
            <p:ph type="dt" sz="half" idx="10"/>
          </p:nvPr>
        </p:nvSpPr>
        <p:spPr>
          <a:xfrm>
            <a:off x="9737594" y="6445997"/>
            <a:ext cx="1842115" cy="365125"/>
          </a:xfrm>
        </p:spPr>
        <p:txBody>
          <a:bodyPr anchor="ctr">
            <a:normAutofit/>
          </a:bodyPr>
          <a:lstStyle/>
          <a:p>
            <a:pPr rtl="1">
              <a:spcAft>
                <a:spcPts val="600"/>
              </a:spcAft>
            </a:pPr>
            <a:r>
              <a:rPr lang="en-US"/>
              <a:t>11/08/2025</a:t>
            </a:r>
          </a:p>
        </p:txBody>
      </p:sp>
      <p:sp>
        <p:nvSpPr>
          <p:cNvPr id="7" name="Slide Number Placeholder 6">
            <a:extLst>
              <a:ext uri="{FF2B5EF4-FFF2-40B4-BE49-F238E27FC236}">
                <a16:creationId xmlns:a16="http://schemas.microsoft.com/office/drawing/2014/main" id="{44D43BF7-DF89-AEB2-6569-5E675B337D0B}"/>
              </a:ext>
            </a:extLst>
          </p:cNvPr>
          <p:cNvSpPr>
            <a:spLocks noGrp="1"/>
          </p:cNvSpPr>
          <p:nvPr>
            <p:ph type="sldNum" sz="quarter" idx="12"/>
          </p:nvPr>
        </p:nvSpPr>
        <p:spPr>
          <a:xfrm>
            <a:off x="11734800" y="6445997"/>
            <a:ext cx="457200" cy="365125"/>
          </a:xfrm>
        </p:spPr>
        <p:txBody>
          <a:bodyPr anchor="ctr">
            <a:normAutofit/>
          </a:bodyPr>
          <a:lstStyle/>
          <a:p>
            <a:pPr rtl="1">
              <a:spcAft>
                <a:spcPts val="600"/>
              </a:spcAft>
            </a:pPr>
            <a:fld id="{DDF60B60-82CA-4BB9-BA6E-A62FADF2374B}" type="slidenum">
              <a:rPr lang="en-US" smtClean="0"/>
              <a:pPr rtl="1">
                <a:spcAft>
                  <a:spcPts val="600"/>
                </a:spcAft>
              </a:pPr>
              <a:t>11</a:t>
            </a:fld>
            <a:endParaRPr lang="en-US"/>
          </a:p>
        </p:txBody>
      </p:sp>
    </p:spTree>
    <p:extLst>
      <p:ext uri="{BB962C8B-B14F-4D97-AF65-F5344CB8AC3E}">
        <p14:creationId xmlns:p14="http://schemas.microsoft.com/office/powerpoint/2010/main" val="12745239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2D707-07E3-E2AB-B371-3BCD4EF01835}"/>
              </a:ext>
            </a:extLst>
          </p:cNvPr>
          <p:cNvSpPr>
            <a:spLocks noGrp="1"/>
          </p:cNvSpPr>
          <p:nvPr>
            <p:ph type="title"/>
          </p:nvPr>
        </p:nvSpPr>
        <p:spPr>
          <a:xfrm>
            <a:off x="457200" y="2968607"/>
            <a:ext cx="8932653" cy="3450568"/>
          </a:xfrm>
        </p:spPr>
        <p:txBody>
          <a:bodyPr anchor="b">
            <a:normAutofit/>
          </a:bodyPr>
          <a:lstStyle/>
          <a:p>
            <a:r>
              <a:rPr lang="en-US"/>
              <a:t>סיום והסתכלות קדימה</a:t>
            </a:r>
          </a:p>
        </p:txBody>
      </p:sp>
      <p:sp>
        <p:nvSpPr>
          <p:cNvPr id="5" name="Date Placeholder 4">
            <a:extLst>
              <a:ext uri="{FF2B5EF4-FFF2-40B4-BE49-F238E27FC236}">
                <a16:creationId xmlns:a16="http://schemas.microsoft.com/office/drawing/2014/main" id="{2C7C691F-0FA5-BD2C-EAC2-188EAC022E3C}"/>
              </a:ext>
            </a:extLst>
          </p:cNvPr>
          <p:cNvSpPr>
            <a:spLocks noGrp="1"/>
          </p:cNvSpPr>
          <p:nvPr>
            <p:ph type="dt" sz="half" idx="10"/>
          </p:nvPr>
        </p:nvSpPr>
        <p:spPr>
          <a:xfrm>
            <a:off x="9737594" y="6445997"/>
            <a:ext cx="1842115" cy="365125"/>
          </a:xfrm>
        </p:spPr>
        <p:txBody>
          <a:bodyPr anchor="ctr">
            <a:normAutofit/>
          </a:bodyPr>
          <a:lstStyle/>
          <a:p>
            <a:pPr rtl="1">
              <a:spcAft>
                <a:spcPts val="600"/>
              </a:spcAft>
            </a:pPr>
            <a:r>
              <a:rPr lang="en-US"/>
              <a:t>11/08/2025</a:t>
            </a:r>
          </a:p>
        </p:txBody>
      </p:sp>
      <p:sp>
        <p:nvSpPr>
          <p:cNvPr id="6" name="Slide Number Placeholder 5">
            <a:extLst>
              <a:ext uri="{FF2B5EF4-FFF2-40B4-BE49-F238E27FC236}">
                <a16:creationId xmlns:a16="http://schemas.microsoft.com/office/drawing/2014/main" id="{314B6232-36A6-3C16-57AD-FEF1C297959E}"/>
              </a:ext>
            </a:extLst>
          </p:cNvPr>
          <p:cNvSpPr>
            <a:spLocks noGrp="1"/>
          </p:cNvSpPr>
          <p:nvPr>
            <p:ph type="sldNum" sz="quarter" idx="12"/>
          </p:nvPr>
        </p:nvSpPr>
        <p:spPr>
          <a:xfrm>
            <a:off x="11734800" y="6445997"/>
            <a:ext cx="457200" cy="365125"/>
          </a:xfrm>
        </p:spPr>
        <p:txBody>
          <a:bodyPr anchor="ctr">
            <a:normAutofit/>
          </a:bodyPr>
          <a:lstStyle/>
          <a:p>
            <a:pPr rtl="1">
              <a:spcAft>
                <a:spcPts val="600"/>
              </a:spcAft>
            </a:pPr>
            <a:fld id="{DDF60B60-82CA-4BB9-BA6E-A62FADF2374B}" type="slidenum">
              <a:rPr lang="en-US" smtClean="0"/>
              <a:pPr rtl="1">
                <a:spcAft>
                  <a:spcPts val="600"/>
                </a:spcAft>
              </a:pPr>
              <a:t>12</a:t>
            </a:fld>
            <a:endParaRPr lang="en-US"/>
          </a:p>
        </p:txBody>
      </p:sp>
    </p:spTree>
    <p:extLst>
      <p:ext uri="{BB962C8B-B14F-4D97-AF65-F5344CB8AC3E}">
        <p14:creationId xmlns:p14="http://schemas.microsoft.com/office/powerpoint/2010/main" val="328861871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F0F13-2A73-9581-C3E8-9657B6313333}"/>
              </a:ext>
            </a:extLst>
          </p:cNvPr>
          <p:cNvSpPr>
            <a:spLocks noGrp="1"/>
          </p:cNvSpPr>
          <p:nvPr>
            <p:ph type="title"/>
          </p:nvPr>
        </p:nvSpPr>
        <p:spPr>
          <a:xfrm>
            <a:off x="457199" y="377072"/>
            <a:ext cx="4958078" cy="1225485"/>
          </a:xfrm>
        </p:spPr>
        <p:txBody>
          <a:bodyPr anchor="t">
            <a:normAutofit/>
          </a:bodyPr>
          <a:lstStyle/>
          <a:p>
            <a:r>
              <a:rPr lang="en-US"/>
              <a:t>מבט קדימה על יחסי אדם‑מכונה</a:t>
            </a:r>
          </a:p>
        </p:txBody>
      </p:sp>
      <p:pic>
        <p:nvPicPr>
          <p:cNvPr id="8" name="Content Placeholder 7" descr="השילוב של החידות אינסופי, והתחזית לעתיד מלאה במסתורין. האם אפשר לפתור טכנולוגיית גנים וננוטכנולוגיה באמצעות מחשבים?">
            <a:extLst>
              <a:ext uri="{FF2B5EF4-FFF2-40B4-BE49-F238E27FC236}">
                <a16:creationId xmlns:a16="http://schemas.microsoft.com/office/drawing/2014/main" id="{BF2F5F60-81AC-4F5A-98EC-36FA105C7902}"/>
              </a:ext>
            </a:extLst>
          </p:cNvPr>
          <p:cNvPicPr>
            <a:picLocks noGrp="1" noChangeAspect="1"/>
          </p:cNvPicPr>
          <p:nvPr>
            <p:ph type="pic" sz="quarter" idx="13"/>
          </p:nvPr>
        </p:nvPicPr>
        <p:blipFill>
          <a:blip r:embed="rId3"/>
          <a:srcRect l="10275" r="5186"/>
          <a:stretch>
            <a:fillRect/>
          </a:stretch>
        </p:blipFill>
        <p:spPr>
          <a:xfrm>
            <a:off x="20" y="1842182"/>
            <a:ext cx="5758152" cy="4546457"/>
          </a:xfrm>
        </p:spPr>
      </p:pic>
      <p:sp>
        <p:nvSpPr>
          <p:cNvPr id="4" name="Content Placeholder 3">
            <a:extLst>
              <a:ext uri="{FF2B5EF4-FFF2-40B4-BE49-F238E27FC236}">
                <a16:creationId xmlns:a16="http://schemas.microsoft.com/office/drawing/2014/main" id="{C5B6586D-4CB4-6E0A-47D2-66876A3DB4D4}"/>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76142" y="377072"/>
            <a:ext cx="5558655" cy="5797484"/>
          </a:xfrm>
        </p:spPr>
        <p:txBody>
          <a:bodyPr>
            <a:normAutofit/>
          </a:bodyPr>
          <a:lstStyle/>
          <a:p>
            <a:pPr marL="0" indent="0">
              <a:spcBef>
                <a:spcPts val="2500"/>
              </a:spcBef>
              <a:buFont typeface="Arial" panose="020B0604020202020204" pitchFamily="34" charset="0"/>
              <a:buNone/>
            </a:pPr>
            <a:r>
              <a:rPr lang="he-IL" sz="2000" b="1" dirty="0"/>
              <a:t>העצמת האדם דרך </a:t>
            </a:r>
            <a:r>
              <a:rPr lang="en-US" sz="2000" b="1" dirty="0"/>
              <a:t>AI</a:t>
            </a:r>
          </a:p>
          <a:p>
            <a:pPr marL="0" lvl="1" indent="0">
              <a:buFont typeface="Arial" panose="020B0604020202020204" pitchFamily="34" charset="0"/>
              <a:buNone/>
            </a:pPr>
            <a:r>
              <a:rPr lang="en-US" sz="2000" dirty="0"/>
              <a:t>AI</a:t>
            </a:r>
            <a:r>
              <a:rPr lang="he-IL" sz="2000" dirty="0"/>
              <a:t> אינו מחליף אותנו אלא מעצים את היכולות שלנו ודורש מודעות וחשיבה ביקורתית מתמשכת.</a:t>
            </a:r>
          </a:p>
          <a:p>
            <a:pPr marL="0" indent="0">
              <a:spcBef>
                <a:spcPts val="2500"/>
              </a:spcBef>
              <a:buFont typeface="Arial" panose="020B0604020202020204" pitchFamily="34" charset="0"/>
              <a:buNone/>
            </a:pPr>
            <a:r>
              <a:rPr lang="he-IL" sz="2000" b="1" dirty="0"/>
              <a:t>שאלות אתיות ואחריות</a:t>
            </a:r>
          </a:p>
          <a:p>
            <a:pPr marL="0" lvl="1" indent="0">
              <a:buFont typeface="Arial" panose="020B0604020202020204" pitchFamily="34" charset="0"/>
              <a:buNone/>
            </a:pPr>
            <a:r>
              <a:rPr lang="he-IL" sz="2000" dirty="0"/>
              <a:t>שימוש אחראי בטכנולוגיה מחייב שאילת שאלות על ערך, אוטומציה והשפעה חברתית לטובת עתיד בריא.</a:t>
            </a:r>
          </a:p>
          <a:p>
            <a:pPr marL="0" indent="0">
              <a:spcBef>
                <a:spcPts val="2500"/>
              </a:spcBef>
              <a:buFont typeface="Arial" panose="020B0604020202020204" pitchFamily="34" charset="0"/>
              <a:buNone/>
            </a:pPr>
            <a:r>
              <a:rPr lang="he-IL" sz="2000" b="1" dirty="0"/>
              <a:t>השפעות ארוכות טווח</a:t>
            </a:r>
          </a:p>
          <a:p>
            <a:pPr marL="0" lvl="1" indent="0">
              <a:buFont typeface="Arial" panose="020B0604020202020204" pitchFamily="34" charset="0"/>
              <a:buNone/>
            </a:pPr>
            <a:r>
              <a:rPr lang="he-IL" sz="2000" dirty="0"/>
              <a:t>מודעות להשפעות על שוק העבודה, זהות ויצירתיות חשובה כדי להוביל את שינוי העתיד.</a:t>
            </a:r>
          </a:p>
          <a:p>
            <a:pPr marL="0" indent="0">
              <a:spcBef>
                <a:spcPts val="2500"/>
              </a:spcBef>
              <a:buFont typeface="Arial" panose="020B0604020202020204" pitchFamily="34" charset="0"/>
              <a:buNone/>
            </a:pPr>
            <a:r>
              <a:rPr lang="he-IL" sz="2000" b="1" dirty="0"/>
              <a:t>בחירה והובלת העתיד</a:t>
            </a:r>
          </a:p>
          <a:p>
            <a:pPr marL="0" lvl="1" indent="0">
              <a:buFont typeface="Arial" panose="020B0604020202020204" pitchFamily="34" charset="0"/>
              <a:buNone/>
            </a:pPr>
            <a:r>
              <a:rPr lang="he-IL" sz="2000" dirty="0"/>
              <a:t>הבחירה כיצד להשתמש ב-</a:t>
            </a:r>
            <a:r>
              <a:rPr lang="en-US" sz="2000" dirty="0"/>
              <a:t>AI</a:t>
            </a:r>
            <a:r>
              <a:rPr lang="he-IL" sz="2000" dirty="0"/>
              <a:t> נשארת בידינו ומאפשרת לדור הצעיר להגדיר את הדרך העתידית.</a:t>
            </a:r>
          </a:p>
        </p:txBody>
      </p:sp>
      <p:sp>
        <p:nvSpPr>
          <p:cNvPr id="5" name="Footer Placeholder 4">
            <a:extLst>
              <a:ext uri="{FF2B5EF4-FFF2-40B4-BE49-F238E27FC236}">
                <a16:creationId xmlns:a16="http://schemas.microsoft.com/office/drawing/2014/main" id="{4AF5F37A-45CF-B601-7815-A36C3C368D93}"/>
              </a:ext>
            </a:extLst>
          </p:cNvPr>
          <p:cNvSpPr>
            <a:spLocks noGrp="1"/>
          </p:cNvSpPr>
          <p:nvPr>
            <p:ph type="ftr" sz="quarter" idx="11"/>
          </p:nvPr>
        </p:nvSpPr>
        <p:spPr>
          <a:xfrm>
            <a:off x="457200" y="6445997"/>
            <a:ext cx="3949302" cy="365125"/>
          </a:xfrm>
        </p:spPr>
        <p:txBody>
          <a:bodyPr anchor="ctr">
            <a:normAutofit/>
          </a:bodyPr>
          <a:lstStyle/>
          <a:p>
            <a:pPr rtl="1">
              <a:spcAft>
                <a:spcPts val="600"/>
              </a:spcAft>
            </a:pPr>
            <a:r>
              <a:rPr lang="he"/>
              <a:t>טקסט כותרת תחתונה לדוגמה</a:t>
            </a:r>
          </a:p>
        </p:txBody>
      </p:sp>
      <p:sp>
        <p:nvSpPr>
          <p:cNvPr id="6" name="Date Placeholder 5">
            <a:extLst>
              <a:ext uri="{FF2B5EF4-FFF2-40B4-BE49-F238E27FC236}">
                <a16:creationId xmlns:a16="http://schemas.microsoft.com/office/drawing/2014/main" id="{5F835932-44E7-5FDF-3C14-131C55696B61}"/>
              </a:ext>
            </a:extLst>
          </p:cNvPr>
          <p:cNvSpPr>
            <a:spLocks noGrp="1"/>
          </p:cNvSpPr>
          <p:nvPr>
            <p:ph type="dt" sz="half" idx="10"/>
          </p:nvPr>
        </p:nvSpPr>
        <p:spPr>
          <a:xfrm>
            <a:off x="9737594" y="6445997"/>
            <a:ext cx="1842115" cy="365125"/>
          </a:xfrm>
        </p:spPr>
        <p:txBody>
          <a:bodyPr anchor="ctr">
            <a:normAutofit/>
          </a:bodyPr>
          <a:lstStyle/>
          <a:p>
            <a:pPr rtl="1">
              <a:spcAft>
                <a:spcPts val="600"/>
              </a:spcAft>
            </a:pPr>
            <a:r>
              <a:rPr lang="en-US"/>
              <a:t>11/08/2025</a:t>
            </a:r>
          </a:p>
        </p:txBody>
      </p:sp>
      <p:sp>
        <p:nvSpPr>
          <p:cNvPr id="7" name="Slide Number Placeholder 6">
            <a:extLst>
              <a:ext uri="{FF2B5EF4-FFF2-40B4-BE49-F238E27FC236}">
                <a16:creationId xmlns:a16="http://schemas.microsoft.com/office/drawing/2014/main" id="{BDDCB5A9-CF5E-EABA-6A65-B4983C04BBF6}"/>
              </a:ext>
            </a:extLst>
          </p:cNvPr>
          <p:cNvSpPr>
            <a:spLocks noGrp="1"/>
          </p:cNvSpPr>
          <p:nvPr>
            <p:ph type="sldNum" sz="quarter" idx="12"/>
          </p:nvPr>
        </p:nvSpPr>
        <p:spPr>
          <a:xfrm>
            <a:off x="11734800" y="6445997"/>
            <a:ext cx="457200" cy="365125"/>
          </a:xfrm>
        </p:spPr>
        <p:txBody>
          <a:bodyPr anchor="ctr">
            <a:normAutofit/>
          </a:bodyPr>
          <a:lstStyle/>
          <a:p>
            <a:pPr rtl="1">
              <a:spcAft>
                <a:spcPts val="600"/>
              </a:spcAft>
            </a:pPr>
            <a:fld id="{DDF60B60-82CA-4BB9-BA6E-A62FADF2374B}" type="slidenum">
              <a:rPr lang="en-US" smtClean="0"/>
              <a:pPr rtl="1">
                <a:spcAft>
                  <a:spcPts val="600"/>
                </a:spcAft>
              </a:pPr>
              <a:t>13</a:t>
            </a:fld>
            <a:endParaRPr lang="en-US"/>
          </a:p>
        </p:txBody>
      </p:sp>
    </p:spTree>
    <p:extLst>
      <p:ext uri="{BB962C8B-B14F-4D97-AF65-F5344CB8AC3E}">
        <p14:creationId xmlns:p14="http://schemas.microsoft.com/office/powerpoint/2010/main" val="131550707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Shoji">
  <a:themeElements>
    <a:clrScheme name="Shoji">
      <a:dk1>
        <a:srgbClr val="131313"/>
      </a:dk1>
      <a:lt1>
        <a:sysClr val="window" lastClr="FFFFFF"/>
      </a:lt1>
      <a:dk2>
        <a:srgbClr val="1D3433"/>
      </a:dk2>
      <a:lt2>
        <a:srgbClr val="F3F2ED"/>
      </a:lt2>
      <a:accent1>
        <a:srgbClr val="7C5C3E"/>
      </a:accent1>
      <a:accent2>
        <a:srgbClr val="B8A189"/>
      </a:accent2>
      <a:accent3>
        <a:srgbClr val="A1A696"/>
      </a:accent3>
      <a:accent4>
        <a:srgbClr val="566868"/>
      </a:accent4>
      <a:accent5>
        <a:srgbClr val="786F50"/>
      </a:accent5>
      <a:accent6>
        <a:srgbClr val="A9A375"/>
      </a:accent6>
      <a:hlink>
        <a:srgbClr val="B1785F"/>
      </a:hlink>
      <a:folHlink>
        <a:srgbClr val="6C7F7F"/>
      </a:folHlink>
    </a:clrScheme>
    <a:fontScheme name="Custom 35">
      <a:majorFont>
        <a:latin typeface="Walbaum Display"/>
        <a:ea typeface=""/>
        <a:cs typeface=""/>
      </a:majorFont>
      <a:minorFont>
        <a:latin typeface="Apto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Shoji" id="{EBD40D9C-CA72-493B-87C2-C0EB162C667E}" vid="{D0940FF3-4015-4C8A-9B90-9961EFA3BC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230e9df3-be65-4c73-a93b-d1236ebd677e" xsi:nil="true"/>
    <MediaServiceKeyPoints xmlns="9e626b82-2e62-4b56-b4f0-2eb243f478f4" xsi:nil="true"/>
    <Thumbnail xmlns="9e626b82-2e62-4b56-b4f0-2eb243f478f4" xsi:nil="true"/>
    <Vertical xmlns="9e626b82-2e62-4b56-b4f0-2eb243f478f4" xsi:nil="true"/>
    <lcf76f155ced4ddcb4097134ff3c332f xmlns="9e626b82-2e62-4b56-b4f0-2eb243f478f4">
      <Terms xmlns="http://schemas.microsoft.com/office/infopath/2007/PartnerControls"/>
    </lcf76f155ced4ddcb4097134ff3c332f>
    <Styletags_x0028_include1_x002d_3_x0029_ xmlns="9e626b82-2e62-4b56-b4f0-2eb243f478f4" xsi:nil="true"/>
    <Intent xmlns="9e626b82-2e62-4b56-b4f0-2eb243f478f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70BD21B179B1749B10B6700D890B8C6" ma:contentTypeVersion="30" ma:contentTypeDescription="Create a new document." ma:contentTypeScope="" ma:versionID="a13b221ee5b949bd1d4a5301a6f516f4">
  <xsd:schema xmlns:xsd="http://www.w3.org/2001/XMLSchema" xmlns:xs="http://www.w3.org/2001/XMLSchema" xmlns:p="http://schemas.microsoft.com/office/2006/metadata/properties" xmlns:ns1="http://schemas.microsoft.com/sharepoint/v3" xmlns:ns2="9e626b82-2e62-4b56-b4f0-2eb243f478f4" xmlns:ns3="230e9df3-be65-4c73-a93b-d1236ebd677e" xmlns:ns4="543e3375-4853-4ccc-a3e2-1512ebb9cffd" targetNamespace="http://schemas.microsoft.com/office/2006/metadata/properties" ma:root="true" ma:fieldsID="233e7f4977957a9e20bc87caea750b4e" ns1:_="" ns2:_="" ns3:_="" ns4:_="">
    <xsd:import namespace="http://schemas.microsoft.com/sharepoint/v3"/>
    <xsd:import namespace="9e626b82-2e62-4b56-b4f0-2eb243f478f4"/>
    <xsd:import namespace="230e9df3-be65-4c73-a93b-d1236ebd677e"/>
    <xsd:import namespace="543e3375-4853-4ccc-a3e2-1512ebb9cffd"/>
    <xsd:element name="properties">
      <xsd:complexType>
        <xsd:sequence>
          <xsd:element name="documentManagement">
            <xsd:complexType>
              <xsd:all>
                <xsd:element ref="ns2:MediaServiceMetadata" minOccurs="0"/>
                <xsd:element ref="ns2:MediaServiceFastMetadata" minOccurs="0"/>
                <xsd:element ref="ns2:MediaServiceGenerationTime" minOccurs="0"/>
                <xsd:element ref="ns2:MediaServiceEventHashCode" minOccurs="0"/>
                <xsd:element ref="ns2:MediaServiceOCR" minOccurs="0"/>
                <xsd:element ref="ns2:lcf76f155ced4ddcb4097134ff3c332f" minOccurs="0"/>
                <xsd:element ref="ns3:TaxCatchAll" minOccurs="0"/>
                <xsd:element ref="ns4:SharedWithUsers" minOccurs="0"/>
                <xsd:element ref="ns4:SharedWithDetails" minOccurs="0"/>
                <xsd:element ref="ns2:MediaServiceAutoKeyPoints" minOccurs="0"/>
                <xsd:element ref="ns2:MediaServiceKeyPoints" minOccurs="0"/>
                <xsd:element ref="ns2:MediaServiceSearchProperties" minOccurs="0"/>
                <xsd:element ref="ns1:_ip_UnifiedCompliancePolicyProperties" minOccurs="0"/>
                <xsd:element ref="ns1:_ip_UnifiedCompliancePolicyUIAction" minOccurs="0"/>
                <xsd:element ref="ns2:MediaServiceDocTags" minOccurs="0"/>
                <xsd:element ref="ns2:MediaServiceDateTaken" minOccurs="0"/>
                <xsd:element ref="ns2:MediaLengthInSeconds" minOccurs="0"/>
                <xsd:element ref="ns2:MediaServiceObjectDetectorVersions" minOccurs="0"/>
                <xsd:element ref="ns2:MediaServiceSystemTags" minOccurs="0"/>
                <xsd:element ref="ns2:Styletags_x0028_include1_x002d_3_x0029_" minOccurs="0"/>
                <xsd:element ref="ns2:Vertical" minOccurs="0"/>
                <xsd:element ref="ns2:Intent" minOccurs="0"/>
                <xsd:element ref="ns2:Thumbnail"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1" nillable="true" ma:displayName="Unified Compliance Policy Properties" ma:hidden="true" ma:internalName="_ip_UnifiedCompliancePolicyProperties">
      <xsd:simpleType>
        <xsd:restriction base="dms:Note"/>
      </xsd:simpleType>
    </xsd:element>
    <xsd:element name="_ip_UnifiedCompliancePolicyUIAction" ma:index="2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e626b82-2e62-4b56-b4f0-2eb243f478f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GenerationTime" ma:index="10" nillable="true" ma:displayName="MediaServiceGenerationTime" ma:hidden="true" ma:internalName="MediaServiceGenerationTime" ma:readOnly="true">
      <xsd:simpleType>
        <xsd:restriction base="dms:Text"/>
      </xsd:simpleType>
    </xsd:element>
    <xsd:element name="MediaServiceEventHashCode" ma:index="11" nillable="true" ma:displayName="MediaServiceEventHashCode" ma:hidden="true" ma:internalName="MediaServiceEventHashCode"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DocTags" ma:index="23" nillable="true" ma:displayName="MediaServiceDocTags" ma:hidden="true" ma:internalName="MediaServiceDocTags" ma:readOnly="true">
      <xsd:simpleType>
        <xsd:restriction base="dms:Note"/>
      </xsd:simpleType>
    </xsd:element>
    <xsd:element name="MediaServiceDateTaken" ma:index="24" nillable="true" ma:displayName="MediaServiceDateTaken" ma:hidden="true" ma:indexed="true" ma:internalName="MediaServiceDateTaken" ma:readOnly="true">
      <xsd:simpleType>
        <xsd:restriction base="dms:Text"/>
      </xsd:simpleType>
    </xsd:element>
    <xsd:element name="MediaLengthInSeconds" ma:index="25" nillable="true" ma:displayName="MediaLengthInSeconds" ma:hidden="true" ma:internalName="MediaLengthInSeconds" ma:readOnly="true">
      <xsd:simpleType>
        <xsd:restriction base="dms:Unknown"/>
      </xsd:simpleType>
    </xsd:element>
    <xsd:element name="MediaServiceObjectDetectorVersions" ma:index="26" nillable="true" ma:displayName="MediaServiceObjectDetectorVersions" ma:hidden="true" ma:indexed="true" ma:internalName="MediaServiceObjectDetectorVersions" ma:readOnly="true">
      <xsd:simpleType>
        <xsd:restriction base="dms:Text"/>
      </xsd:simpleType>
    </xsd:element>
    <xsd:element name="MediaServiceSystemTags" ma:index="27" nillable="true" ma:displayName="MediaServiceSystemTags" ma:hidden="true" ma:internalName="MediaServiceSystemTags" ma:readOnly="true">
      <xsd:simpleType>
        <xsd:restriction base="dms:Note"/>
      </xsd:simpleType>
    </xsd:element>
    <xsd:element name="Styletags_x0028_include1_x002d_3_x0029_" ma:index="28" nillable="true" ma:displayName="Style tags (include 1 - 3)" ma:format="Dropdown" ma:internalName="Styletags_x0028_include1_x002d_3_x0029_">
      <xsd:simpleType>
        <xsd:restriction base="dms:Text">
          <xsd:maxLength value="255"/>
        </xsd:restriction>
      </xsd:simpleType>
    </xsd:element>
    <xsd:element name="Vertical" ma:index="29" nillable="true" ma:displayName="Vertical" ma:format="Dropdown" ma:internalName="Vertical">
      <xsd:complexType>
        <xsd:complexContent>
          <xsd:extension base="dms:MultiChoice">
            <xsd:sequence>
              <xsd:element name="Value" maxOccurs="unbounded" minOccurs="0" nillable="true">
                <xsd:simpleType>
                  <xsd:restriction base="dms:Choice">
                    <xsd:enumeration value="Animals &amp; pets"/>
                    <xsd:enumeration value="Art &amp; design"/>
                    <xsd:enumeration value="Beauty"/>
                    <xsd:enumeration value="Business"/>
                    <xsd:enumeration value="Fashion"/>
                    <xsd:enumeration value="Floral &amp; garden"/>
                    <xsd:enumeration value="Food &amp; drink"/>
                    <xsd:enumeration value="General"/>
                    <xsd:enumeration value="Health &amp; fitness"/>
                  </xsd:restriction>
                </xsd:simpleType>
              </xsd:element>
            </xsd:sequence>
          </xsd:extension>
        </xsd:complexContent>
      </xsd:complexType>
    </xsd:element>
    <xsd:element name="Intent" ma:index="30" nillable="true" ma:displayName="Intent" ma:format="Dropdown" ma:internalName="Intent">
      <xsd:complexType>
        <xsd:complexContent>
          <xsd:extension base="dms:MultiChoice">
            <xsd:sequence>
              <xsd:element name="Value" maxOccurs="unbounded" minOccurs="0" nillable="true">
                <xsd:simpleType>
                  <xsd:restriction base="dms:Choice">
                    <xsd:enumeration value="About me"/>
                    <xsd:enumeration value="Activism"/>
                    <xsd:enumeration value="Announcement - event"/>
                    <xsd:enumeration value="Announcement - product"/>
                    <xsd:enumeration value="Business"/>
                    <xsd:enumeration value="Celebrate - holiday"/>
                    <xsd:enumeration value="Celebrate - life moments"/>
                    <xsd:enumeration value="Engagement post"/>
                    <xsd:enumeration value="Grand opening"/>
                    <xsd:enumeration value="Marketplace"/>
                    <xsd:enumeration value="Open house"/>
                    <xsd:enumeration value="Quote"/>
                    <xsd:enumeration value="Sale"/>
                    <xsd:enumeration value="Simple phrases"/>
                    <xsd:enumeration value="Subscribe"/>
                    <xsd:enumeration value="Choice 16"/>
                  </xsd:restriction>
                </xsd:simpleType>
              </xsd:element>
            </xsd:sequence>
          </xsd:extension>
        </xsd:complexContent>
      </xsd:complexType>
    </xsd:element>
    <xsd:element name="Thumbnail" ma:index="31" nillable="true" ma:displayName="Thumbnail" ma:format="Thumbnail" ma:internalName="Thumbnail">
      <xsd:simpleType>
        <xsd:restriction base="dms:Unknown"/>
      </xsd:simpleType>
    </xsd:element>
    <xsd:element name="MediaServiceBillingMetadata" ma:index="32"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6051309a-75b7-4c22-93ea-c24616af8dd0}" ma:internalName="TaxCatchAll" ma:showField="CatchAllData" ma:web="543e3375-4853-4ccc-a3e2-1512ebb9cffd">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543e3375-4853-4ccc-a3e2-1512ebb9cffd"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070BEB4-FB24-4E84-B3BB-971EAA4E97D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 ds:uri="9e626b82-2e62-4b56-b4f0-2eb243f478f4"/>
  </ds:schemaRefs>
</ds:datastoreItem>
</file>

<file path=customXml/itemProps2.xml><?xml version="1.0" encoding="utf-8"?>
<ds:datastoreItem xmlns:ds="http://schemas.openxmlformats.org/officeDocument/2006/customXml" ds:itemID="{89D41049-A82A-4B5B-8ABC-9F045EF9F078}">
  <ds:schemaRefs>
    <ds:schemaRef ds:uri="http://schemas.microsoft.com/sharepoint/v3/contenttype/forms"/>
  </ds:schemaRefs>
</ds:datastoreItem>
</file>

<file path=customXml/itemProps3.xml><?xml version="1.0" encoding="utf-8"?>
<ds:datastoreItem xmlns:ds="http://schemas.openxmlformats.org/officeDocument/2006/customXml" ds:itemID="{A97C25D3-0E80-4709-B169-65E58EC2382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9e626b82-2e62-4b56-b4f0-2eb243f478f4"/>
    <ds:schemaRef ds:uri="230e9df3-be65-4c73-a93b-d1236ebd677e"/>
    <ds:schemaRef ds:uri="543e3375-4853-4ccc-a3e2-1512ebb9cff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208</TotalTime>
  <Words>2219</Words>
  <Application>Microsoft Office PowerPoint</Application>
  <PresentationFormat>Widescreen</PresentationFormat>
  <Paragraphs>120</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 Light</vt:lpstr>
      <vt:lpstr>Arial</vt:lpstr>
      <vt:lpstr>Calibri</vt:lpstr>
      <vt:lpstr>Walbaum Display</vt:lpstr>
      <vt:lpstr>Shoji</vt:lpstr>
      <vt:lpstr>PowerPoint Presentation</vt:lpstr>
      <vt:lpstr>שבירת מיתוסים על AI</vt:lpstr>
      <vt:lpstr>הבנה אמיתית של מגבלות AI</vt:lpstr>
      <vt:lpstr>למה זה עדיין מרגיש חכם</vt:lpstr>
      <vt:lpstr>מהפכת ה Vibe Coding</vt:lpstr>
      <vt:lpstr>PowerPoint Presentation</vt:lpstr>
      <vt:lpstr>מה באמת חשוב בעידן החדש</vt:lpstr>
      <vt:lpstr>יצירה משותפת ודינמית</vt:lpstr>
      <vt:lpstr>בניית מוצר חי בזמן אמת</vt:lpstr>
      <vt:lpstr>AI, זהות ואחריות</vt:lpstr>
      <vt:lpstr>שאלות זהות בעולם של יצירה אוטומטית</vt:lpstr>
      <vt:lpstr>סיום והסתכלות קדימה</vt:lpstr>
      <vt:lpstr>מבט קדימה על יחסי אדם‑מכונה</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lastModifiedBy>Shohat, Drory</cp:lastModifiedBy>
  <cp:revision>1</cp:revision>
  <dcterms:created xsi:type="dcterms:W3CDTF">2025-08-04T19:19:33Z</dcterms:created>
  <dcterms:modified xsi:type="dcterms:W3CDTF">2026-02-17T13:57:08Z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0x010100F70BD21B179B1749B10B6700D890B8C6</vt:lpwstr>
  </property>
  <property fmtid="{D5CDD505-2E9C-101B-9397-08002B2CF9AE}" pid="3" name="MediaServiceImageTags">
    <vt:lpwstr/>
  </property>
</Properties>
</file>